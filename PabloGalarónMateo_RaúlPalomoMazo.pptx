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6" r:id="rId2"/>
    <p:sldId id="269" r:id="rId3"/>
    <p:sldId id="258" r:id="rId4"/>
    <p:sldId id="282" r:id="rId5"/>
    <p:sldId id="307" r:id="rId6"/>
    <p:sldId id="284" r:id="rId7"/>
    <p:sldId id="308" r:id="rId8"/>
    <p:sldId id="309" r:id="rId9"/>
    <p:sldId id="310" r:id="rId10"/>
    <p:sldId id="311" r:id="rId11"/>
    <p:sldId id="312" r:id="rId12"/>
    <p:sldId id="313" r:id="rId13"/>
    <p:sldId id="260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Montserrat Black" panose="00000A00000000000000" pitchFamily="2" charset="0"/>
      <p:bold r:id="rId17"/>
      <p:boldItalic r:id="rId18"/>
    </p:embeddedFont>
    <p:embeddedFont>
      <p:font typeface="Montserrat ExtraBold" panose="00000900000000000000" pitchFamily="2" charset="0"/>
      <p:bold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132579-ED67-4A3C-A119-197007EACC3E}">
  <a:tblStyle styleId="{22132579-ED67-4A3C-A119-197007EACC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60"/>
  </p:normalViewPr>
  <p:slideViewPr>
    <p:cSldViewPr snapToGrid="0">
      <p:cViewPr varScale="1">
        <p:scale>
          <a:sx n="199" d="100"/>
          <a:sy n="199" d="100"/>
        </p:scale>
        <p:origin x="596" y="1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06:55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24575,'445'0'-1365,"-436"0"-5461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06:57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24575,'9'53'0,"-10"57"0,2 41 0,8-105 112,-2-19-1589,-6-20-5349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07:03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45 24575,'-3'0'0,"-1"-1"0,1 1 0,0-1 0,0 0 0,0 0 0,-1 0 0,1-1 0,0 1 0,1-1 0,-1 0 0,-5-3 0,5 3 0,0 0 0,0 0 0,0 0 0,-1 0 0,1 1 0,-1-1 0,1 1 0,-1 0 0,1 0 0,-5-1 0,-36-2 0,26 1 0,0 1 0,0 2 0,-21 0 0,29 2 0,0 1 0,0 0 0,1 0 0,-1 1 0,-12 6 0,-8 4 0,23-10 0,-1-1 0,1 2 0,0-1 0,0 1 0,0 1 0,0-1 0,-11 13 0,8-6 0,0 1 0,0 0 0,-9 18 0,16-25 0,1 0 0,0-1 0,0 1 0,1 0 0,0 0 0,0 0 0,0 0 0,1 0 0,0 8 0,6 54 0,-6-68 0,0 4 0,0 0 0,1 0 0,-1 0 0,1-1 0,0 1 0,0 0 0,0-1 0,1 1 0,-1 0 0,1-1 0,0 0 0,0 1 0,0-1 0,0 0 0,1 0 0,-1 0 0,1 0 0,0-1 0,0 1 0,0-1 0,0 0 0,0 1 0,0-1 0,6 2 0,1 1 0,12 6 0,40 16 0,-39-22 0,1-1 0,0-1 0,-1 0 0,1-2 0,34-3 0,-6 1 0,-48 0 0,0 1 0,0-1 0,0 0 0,0 0 0,0 0 0,0 0 0,0-1 0,0 1 0,-1-1 0,1 0 0,-1 0 0,0-1 0,1 1 0,-1-1 0,0 1 0,0-1 0,0 0 0,-1 0 0,1 0 0,-1-1 0,0 1 0,4-8 0,-2 3 0,0 0 0,-1-1 0,1 1 0,-2-1 0,1 0 0,-1 0 0,-1 0 0,0 0 0,0-11 0,-1 2 0,1 8 0,-1 0 0,0 0 0,-1-1 0,0 1 0,0 0 0,-1 0 0,-1 0 0,0 0 0,-5-12 0,6 16 19,0 1 0,0-1 0,0 1 0,1-1 0,0 1 0,0-7 0,-7-26-1517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3:19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24575,'52'2'0,"0"2"0,-1 3 0,66 17 0,-98-21 0,1 0 0,35-1 0,14 2 0,-11 0 0,61-2 0,44 3 0,-100-1 0,65-5 0,-39-1 0,31 7 0,-70-1 0,83-5 0,-126 0 18,0 0 0,-1-1-1,1 0 1,11-5 0,5-2-1472,-15 7-5372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3:24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0 341 24575,'0'1'0,"1"-1"0,-1 1 0,0-1 0,1 1 0,-1-1 0,1 1 0,-1-1 0,1 1 0,-1-1 0,1 1 0,-1-1 0,1 0 0,-1 1 0,1-1 0,0 0 0,-1 1 0,1-1 0,0 0 0,-1 0 0,1 0 0,0 0 0,-1 0 0,1 0 0,0 0 0,-1 0 0,2 0 0,22 1 0,-21-1 0,9 1 0,0 1 0,0-1 0,21 8 0,-19-6 0,0 1 0,19 1 0,21-1 0,-14 0 0,0-1 0,47-5 0,-85 2 0,-1 0 0,0 0 0,1-1 0,-1 1 0,0 0 0,1-1 0,-1 1 0,0-1 0,0 0 0,1 1 0,-1-1 0,0 0 0,0 0 0,0 0 0,0 0 0,0 0 0,0 0 0,0 0 0,0 0 0,-1 0 0,1 0 0,0-1 0,-1 1 0,1 0 0,-1 0 0,1-1 0,-1 1 0,1 0 0,-1-1 0,0 1 0,0 0 0,0-1 0,0 1 0,0-2 0,0-8 0,-1 1 0,0-1 0,-4-18 0,1 2 0,-8-76 0,8 75 0,2 4 4,1-40 0,2 29-1377,-1 27-5453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19.79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0 455 24575,'6'-4'0,"0"1"0,0 0 0,0 0 0,0 0 0,1 1 0,-1 0 0,1 0 0,12-1 0,13 0 0,0 1 0,51 4 0,-17-1 0,-16-2 0,-32-1 0,1 2 0,-1 0 0,1 1 0,-1 0 0,24 6 0,-26-1 0,-14-4 0,0-1 0,0-1 0,0 1 0,1 0 0,-1-1 0,0 1 0,0-1 0,4 1 0,-5-1 0,0 0 0,0-1 0,-1 1 0,1 0 0,0-1 0,0 1 0,-1-1 0,1 1 0,0-1 0,-1 1 0,1-1 0,-1 1 0,1-1 0,-1 1 0,1-1 0,-1 0 0,1 1 0,-1-1 0,1 0 0,-1 1 0,0-1 0,0 0 0,1 0 0,-1 0 0,0 1 0,0-1 0,0 0 0,0 0 0,0 0 0,13-65 0,-4 1 0,2-120 0,-12 170-195,-1 1 0,0 0 0,-1 0 0,-1 1 0,0-1 0,-7-15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24.7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438 53 24575,'-6'-4'0,"0"0"0,0 0 0,-1 1 0,0 0 0,0 0 0,1 0 0,-2 1 0,-8-2 0,-8-3 0,4 2 0,0 1 0,0 1 0,-1 1 0,0 0 0,-31 3 0,36-1 0,11 1 0,-1 0 0,1 1 0,-1 0 0,1 0 0,-1 1 0,1 0 0,0 0 0,0 0 0,0 0 0,1 1 0,-9 7 0,-7 5 0,13-9 0,0 0 0,1 0 0,0 1 0,0-1 0,1 2 0,-1-1 0,-5 14 0,2-6 0,6-10 0,0 0 0,0-1 0,1 1 0,0 0 0,0 0 0,0 0 0,1 1 0,0-1 0,0 0 0,0 1 0,1-1 0,0 8 0,2-5 0,-1-1 0,1 0 0,1 1 0,-1-1 0,1 0 0,1 0 0,-1-1 0,9 12 0,-12-17 0,4 4 0,-1 0 0,1 0 0,0-1 0,0 1 0,0-1 0,1 0 0,0 0 0,0 0 0,0-1 0,11 7 0,11 9 0,-24-16 0,1-1 0,-1-1 0,1 1 0,-1 0 0,1-1 0,0 0 0,0 0 0,0 0 0,1 0 0,5 1 0,-1-1 0,-1 0 0,0 1 0,-1 0 0,1 0 0,0 1 0,7 4 0,-9-4 0,0 0 0,0-1 0,0 0 0,0 0 0,1-1 0,-1 0 0,1 0 0,0-1 0,0 1 0,7-1 0,62 5 0,-57-3 0,0-2 0,0 0 0,0 0 0,0-2 0,21-3 0,-34 1 0,1 0 0,0 0 0,-1-1 0,1 0 0,-1 0 0,0 0 0,-1-1 0,1 0 0,8-10 0,-11 11 0,-1 0 0,0 0 0,0 1 0,0-1 0,-1 0 0,1-1 0,-1 1 0,0 0 0,0 0 0,0-1 0,-1 1 0,0 0 0,0-7 0,0-3 0,-1-1 0,-6-23 0,4 27 0,0 1 0,-2 0 0,1 0 0,-1 1 0,-1-1 0,-8-11 0,-6-11 0,-5 1 0,20 27 0,1 0 0,0-1 0,0 0 0,1 0 0,-4-5 0,-35-47-1365,39 51-5461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30.7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24575,'386'0'0,"-259"9"0,55 1 0,-57 7-1365,-114-17-5461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33.09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64 24575,'13'-2'0,"1"1"0,-1-1 0,26-9 0,-7 3 0,6-1 0,-3 0 0,-1 2 0,1 1 0,46-1 0,-15 6 0,110 3 0,-132 1 0,56 2 0,160-5-1365,-252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33.98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24575,'1'0'0,"3"0"0,2 0 0,5 2 0,2 0 0,3-1 0,-1 2 0,-2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38.7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1 399 24575,'562'0'0,"-543"1"0,31 6 0,-36-4 0,1-1 0,-1-1 0,0 0 0,16-2 0,-29 1 0,-1 0 0,0 0 0,0 0 0,0 0 0,1 0 0,-1 0 0,0 0 0,0 0 0,0 0 0,1 0 0,-1 0 0,0 0 0,0 0 0,0-1 0,0 1 0,1 0 0,-1 0 0,0 0 0,0 0 0,0 0 0,0-1 0,0 1 0,1 0 0,-1 0 0,0 0 0,0 0 0,0-1 0,0 1 0,0 0 0,0 0 0,0 0 0,0-1 0,0 1 0,0 0 0,0 0 0,0-1 0,-3-10 0,-13-14 0,12 20 0,-14-28 0,1 0 0,-14-40 0,15 33 0,5 17 0,4 5 0,-1 0 0,-4-20 0,10 32 0,1 0 0,0 1 0,1-1 0,-1 0 0,1 0 0,0 0 0,0 1 0,1-1 0,0 0 0,0 0 0,3-7 0,-1 5-1365,1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14:41.6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300 32 24575,'-79'-1'0,"-85"2"0,162 0 0,0-1 0,-1 1 0,1 0 0,0 0 0,-1 0 0,1 0 0,0 0 0,0 0 0,0 0 0,0 1 0,0-1 0,0 1 0,0 0 0,1-1 0,-1 1 0,0 0 0,1 0 0,0 0 0,-1 0 0,1 0 0,0 0 0,0 1 0,0-1 0,-1 3 0,0 2 0,0 0 0,0 1 0,0-1 0,1 1 0,0-1 0,0 12 0,1-8 0,0 1 0,1-1 0,4 19 0,-4-26 0,1 1 0,0 0 0,0-1 0,0 0 0,0 1 0,0-1 0,1 0 0,0 0 0,0 0 0,0-1 0,5 5 0,25 24 0,2-2 0,2-1 0,0-2 0,79 43 0,-109-67 0,0 0 0,-1-1 0,1 0 0,0-1 0,0 1 0,0-1 0,9 0 0,53-4 0,-40 1 0,-15 2 0,-1-2 0,1 1 0,23-8 0,-32 8 0,0-1 0,0 0 0,0 0 0,0 0 0,-1-1 0,1 1 0,-1-1 0,0 0 0,0-1 0,0 1 0,0-1 0,6-7 0,-6 5 0,-1 0 0,0 0 0,0 0 0,0-1 0,-1 1 0,0-1 0,-1 1 0,1-1 0,-1 0 0,0 1 0,-1-1 0,0 0 0,0 0 0,0 0 0,-1 0 0,-3-13 0,1 6 0,0 1 0,-1-1 0,-1 0 0,0 1 0,-1 0 0,-1 0 0,0 1 0,0-1 0,-1 2 0,-1-1 0,0 1 0,-1 0 0,-14-13 0,13 18 0,-1-1 0,1 1 0,-1 1 0,0 0 0,-1 1 0,1 0 0,-1 1 0,-14-2 0,-17-5 0,-59-17-1365,92 24-5461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21:47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24575,'220'6'0,"-148"-3"0,386-1 0,-232-4 0,108-6 0,-77 0 0,115 5 0,-196 5 0,-58-3 0,123 2 0,-197 1 0,167 4 0,-161-6 0,171 7 0,-149-2 0,75-6 0,-50-1 0,455 2 0,-520-1 0,34-7 0,-35 4 0,35-1 0,1122 6 0,-1003-10 0,757 9 0,-759 9 0,-159-9 0,19-1 0,66 9 0,-86-5-108,-14-3-49,0 1 0,1 1 0,-1 0 0,0 0 0,0 1-1,0 0 1,15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29:27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1905 510 24575,'135'7'0,"-128"-6"0,139 11 0,-25-6 0,1 1 0,-69-3 0,81-4 0,-51-2 0,347-16 0,-376 10 0,32-2 0,123-5 0,159-5 0,1124 21 0,-1338 8 0,0 0 0,58-1 0,-204-8 0,46 0 0,64 7 0,-70-3 0,81-4 0,-51-2 0,-33 3 0,-19 0 0,1-1 0,26-4 0,-49 3 0,1 0 0,-1-1 0,0 1 0,0-1 0,1 0 0,-1 0 0,-1-1 0,1 1 0,0-1 0,0 0 0,4-5 0,37-44 0,-31 35 0,-11 13 0,1-1 0,-1 0 0,0 0 0,-1 0 0,1 0 0,-1-1 0,0 1 0,0-1 0,-1 1 0,0-1 0,1-7 0,0-7 0,-3-39 0,0 20 0,0 34 0,1 0 0,-1 0 0,0-1 0,0 1 0,-1 0 0,0 0 0,0 0 0,0 1 0,0-1 0,-1 0 0,1 1 0,-1 0 0,0-1 0,-1 1 0,-6-6 0,3 2 0,-1 2 0,0-1 0,-1 1 0,1 0 0,-1 1 0,0 0 0,-10-4 0,-10-2 0,-1 2 0,0 1 0,0 1 0,-1 1 0,-32-1 0,-158 4 0,130 4 0,78 0 0,-1 0 0,-23 6 0,24-4 0,-1 0 0,-21 0 0,-2-1 0,-54 11 0,33-4 0,12-2 0,-60 6 0,-5-6 0,-82 3 0,-652-10 0,688-9 0,-81 0 0,215 6 0,-33-7 0,37 5 0,0 2 0,1 0 0,-21 0 0,-267-5 0,183 2 0,90 4 0,-142-5 0,26 4 0,-26-3 0,61 2 0,7 1 0,-81-8 0,-77 1 0,141 1 0,-131 7 0,-133 4 0,223 7 0,100 7 0,-399 61 0,165-32 0,112-16 0,173-27 0,0 0 0,1 1 0,-1 1 0,-14 6 0,15-3 0,0 0 0,-20 15 0,23-15 0,7-4 0,0-1 0,1 1 0,-1 0 0,1 0 0,-1 0 0,1 0 0,0 0 0,0 0 0,1 1 0,-1-1 0,1 1 0,-1-1 0,1 1 0,0 0 0,0-1 0,1 1 0,-1 7 0,0 6 0,1 0 0,3 26 0,-3-41 0,1 2 0,0-1 0,0 1 0,0-1 0,1 0 0,-1 0 0,1 1 0,0-1 0,0 0 0,0-1 0,0 1 0,0 0 0,1-1 0,-1 1 0,1-1 0,-1 0 0,5 3 0,7 5 0,31 15 0,-38-21 0,11 5 0,0-2 0,0 0 0,0-1 0,32 6 0,78 4 0,136-13 0,-142-5 0,238-6 0,-248 7 0,98-5 0,27 2 0,-130 6 0,-61-1-36,-28 1-296,1-2 0,-1 0-1,33-5 1,-44 3-6494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6:35:23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616 63 24575,'-4'-2'0,"1"0"0,0 0 0,-1 0 0,1 1 0,-1-1 0,0 1 0,0 0 0,1 0 0,-1 0 0,0 1 0,-7-1 0,-10-2 0,-13-8 0,25 8 0,0 0 0,0 1 0,0-1 0,-1 2 0,1 0 0,-10-1 0,-73 1 0,-70 4 0,157-3 0,0 2 0,0-1 0,1 1 0,-1-1 0,0 1 0,1 1 0,-1-1 0,1 1 0,-9 5 0,-36 34 0,42-35 0,2-1 0,0 0 0,1 0 0,0 0 0,0 0 0,0 1 0,1-1 0,-5 14 0,2-5 0,1 1 0,-4 24 0,7-26 0,-3 14 0,-1 46 0,5-65 0,2-1 0,-1 0 0,1 0 0,0 0 0,1 1 0,0-1 0,0 0 0,1-1 0,0 1 0,5 9 0,19 40 0,-22-44 0,1 0 0,0 0 0,1 0 0,14 18 0,9 8 0,-12-15 0,41 43 0,-52-60 0,1-1 0,0 0 0,-1 0 0,2-1 0,-1 0 0,1 0 0,-1-1 0,1 0 0,1 0 0,10 2 0,28 5 0,2 2 0,61 6 0,-35-9 0,42 3 0,-78-9 0,44 10 0,28 3 0,44 3 0,35 3 0,-27-15 0,69 2 0,207-19 0,-126 7 0,-159 4 0,60 9 0,100 13 0,-224-15 0,26 0 0,-55-9 0,445 13 0,-223-8 0,-173-6 0,-99 1 0,-1-1 0,1 0 0,0 0 0,-1-1 0,1 0 0,-1-1 0,22-9 0,-9 3 0,1 1 0,1 2 0,-1 0 0,1 2 0,38-2 0,-33 3 0,45-2 0,1 4 0,0 3 0,138 22 0,-96-12 0,182-6 0,-197-7 0,-100 1 0,0 0 0,0 0 0,0 0 0,0-1 0,0 1 0,0-1 0,0 0 0,0 0 0,0-1 0,0 1 0,0-1 0,5-3 0,-5 1 0,0 1 0,-1-1 0,0 0 0,1 1 0,-1-1 0,0-1 0,-1 1 0,1 0 0,3-9 0,-1-1 0,0 0 0,0 0 0,-1-1 0,-1 1 0,-1-1 0,2-19 0,-5-90 0,1 117 0,-1-7 0,-1 1 0,-1 0 0,0 0 0,0 0 0,-1 0 0,-1 1 0,0 0 0,-1 0 0,-13-21 0,-8-6 0,-44-50 0,36 47 0,21 28 0,0 1 0,-1 0 0,0 1 0,-1 1 0,-21-12 0,8 4 0,14 11 0,-1 1 0,1 0 0,-1 1 0,-1 1 0,1 1 0,-20-4 0,-18-4 0,5-3 0,13 4 0,-52-9 0,25 11 0,-94-2 0,-51 13 0,-209-3 0,313-3 0,-112-1 0,-66-4 0,-342-33 0,496 29 0,-472-20 0,509 33 0,-118 1 0,18 16 0,-4 1 0,-468-9 0,522-9 0,-1-9-1365,132 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97a2c1b4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97a2c1b4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1979c86f43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1979c86f43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1979c86f4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1979c86f4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3" name="Google Shape;4603;g1979c86f43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4" name="Google Shape;4604;g1979c86f43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2">
          <a:extLst>
            <a:ext uri="{FF2B5EF4-FFF2-40B4-BE49-F238E27FC236}">
              <a16:creationId xmlns:a16="http://schemas.microsoft.com/office/drawing/2014/main" id="{69668F28-96B2-E92F-7603-2FC3E877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3" name="Google Shape;4603;g1979c86f430_0_106:notes">
            <a:extLst>
              <a:ext uri="{FF2B5EF4-FFF2-40B4-BE49-F238E27FC236}">
                <a16:creationId xmlns:a16="http://schemas.microsoft.com/office/drawing/2014/main" id="{15A284CB-A2EC-4B5D-B021-558C9A6F0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4" name="Google Shape;4604;g1979c86f430_0_106:notes">
            <a:extLst>
              <a:ext uri="{FF2B5EF4-FFF2-40B4-BE49-F238E27FC236}">
                <a16:creationId xmlns:a16="http://schemas.microsoft.com/office/drawing/2014/main" id="{6C525FD7-2903-6055-3021-A3CB5312A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873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" name="Google Shape;4813;g197a2c1b40c_1_19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4" name="Google Shape;4814;g197a2c1b40c_1_19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1979c86f43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1979c86f43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001025"/>
            <a:ext cx="9144000" cy="214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2" y="535000"/>
            <a:ext cx="7713900" cy="160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40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2" y="2162921"/>
            <a:ext cx="4893900" cy="40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1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574197" y="11"/>
            <a:ext cx="1175385" cy="500543"/>
          </a:xfrm>
          <a:custGeom>
            <a:avLst/>
            <a:gdLst/>
            <a:ahLst/>
            <a:cxnLst/>
            <a:rect l="l" t="t" r="r" b="b"/>
            <a:pathLst>
              <a:path w="6906" h="2941" extrusionOk="0">
                <a:moveTo>
                  <a:pt x="2771" y="1"/>
                </a:moveTo>
                <a:cubicBezTo>
                  <a:pt x="1983" y="1"/>
                  <a:pt x="1337" y="638"/>
                  <a:pt x="1337" y="1435"/>
                </a:cubicBezTo>
                <a:cubicBezTo>
                  <a:pt x="1337" y="1479"/>
                  <a:pt x="1346" y="1524"/>
                  <a:pt x="1346" y="1568"/>
                </a:cubicBezTo>
                <a:cubicBezTo>
                  <a:pt x="611" y="1612"/>
                  <a:pt x="27" y="2205"/>
                  <a:pt x="0" y="2940"/>
                </a:cubicBezTo>
                <a:lnTo>
                  <a:pt x="6906" y="2940"/>
                </a:lnTo>
                <a:cubicBezTo>
                  <a:pt x="6879" y="2259"/>
                  <a:pt x="6366" y="1692"/>
                  <a:pt x="5711" y="1586"/>
                </a:cubicBezTo>
                <a:cubicBezTo>
                  <a:pt x="5711" y="1533"/>
                  <a:pt x="5719" y="1488"/>
                  <a:pt x="5719" y="1435"/>
                </a:cubicBezTo>
                <a:cubicBezTo>
                  <a:pt x="5719" y="780"/>
                  <a:pt x="5188" y="249"/>
                  <a:pt x="4524" y="249"/>
                </a:cubicBezTo>
                <a:cubicBezTo>
                  <a:pt x="4267" y="249"/>
                  <a:pt x="4028" y="328"/>
                  <a:pt x="3834" y="470"/>
                </a:cubicBezTo>
                <a:cubicBezTo>
                  <a:pt x="3577" y="178"/>
                  <a:pt x="3196" y="1"/>
                  <a:pt x="277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5036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715038" y="1138525"/>
            <a:ext cx="7713900" cy="3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955488" y="1412375"/>
            <a:ext cx="3223200" cy="85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20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4965312" y="1412375"/>
            <a:ext cx="3223200" cy="85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20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ExtraBold"/>
              <a:buNone/>
              <a:defRPr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955500" y="2171225"/>
            <a:ext cx="32232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4965312" y="2171225"/>
            <a:ext cx="32232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171830" y="4377115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15102" y="605075"/>
            <a:ext cx="4428300" cy="139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001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715102" y="1998575"/>
            <a:ext cx="4077900" cy="8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6230375" y="0"/>
            <a:ext cx="2942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466674"/>
            <a:ext cx="12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15102" y="2233967"/>
            <a:ext cx="2424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1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 hasCustomPrompt="1"/>
          </p:nvPr>
        </p:nvSpPr>
        <p:spPr>
          <a:xfrm>
            <a:off x="3224626" y="1466674"/>
            <a:ext cx="12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224625" y="2233967"/>
            <a:ext cx="2424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1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300762"/>
            <a:ext cx="12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715102" y="4082672"/>
            <a:ext cx="2424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1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6" hasCustomPrompt="1"/>
          </p:nvPr>
        </p:nvSpPr>
        <p:spPr>
          <a:xfrm>
            <a:off x="3224626" y="3300762"/>
            <a:ext cx="1275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1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3224625" y="4082672"/>
            <a:ext cx="2424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1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8"/>
          </p:nvPr>
        </p:nvSpPr>
        <p:spPr>
          <a:xfrm>
            <a:off x="715101" y="445025"/>
            <a:ext cx="527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715102" y="1831864"/>
            <a:ext cx="2424300" cy="50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1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3224625" y="1831864"/>
            <a:ext cx="2424300" cy="50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1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715102" y="3671968"/>
            <a:ext cx="2424300" cy="50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1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3224625" y="3671968"/>
            <a:ext cx="2424300" cy="50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1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-601144" y="2340365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-366545" y="4351290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4308000" y="0"/>
            <a:ext cx="4836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1"/>
          </p:nvPr>
        </p:nvSpPr>
        <p:spPr>
          <a:xfrm>
            <a:off x="715110" y="2329162"/>
            <a:ext cx="2924400" cy="106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715110" y="1749926"/>
            <a:ext cx="2924400" cy="69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5507291" y="4548067"/>
            <a:ext cx="1018802" cy="434167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02" name="Google Shape;102;p20"/>
          <p:cNvSpPr/>
          <p:nvPr/>
        </p:nvSpPr>
        <p:spPr>
          <a:xfrm>
            <a:off x="5092028" y="239592"/>
            <a:ext cx="1018802" cy="434167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/>
          <p:nvPr/>
        </p:nvSpPr>
        <p:spPr>
          <a:xfrm>
            <a:off x="0" y="2769875"/>
            <a:ext cx="9144000" cy="237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74" name="Google Shape;174;p30"/>
          <p:cNvSpPr/>
          <p:nvPr/>
        </p:nvSpPr>
        <p:spPr>
          <a:xfrm>
            <a:off x="344732" y="303615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75" name="Google Shape;175;p30"/>
          <p:cNvSpPr/>
          <p:nvPr/>
        </p:nvSpPr>
        <p:spPr>
          <a:xfrm>
            <a:off x="7518630" y="1581340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76" name="Google Shape;176;p30"/>
          <p:cNvSpPr/>
          <p:nvPr/>
        </p:nvSpPr>
        <p:spPr>
          <a:xfrm>
            <a:off x="1672630" y="4270440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/>
          <p:nvPr/>
        </p:nvSpPr>
        <p:spPr>
          <a:xfrm>
            <a:off x="1" y="0"/>
            <a:ext cx="4412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79" name="Google Shape;179;p31"/>
          <p:cNvSpPr/>
          <p:nvPr/>
        </p:nvSpPr>
        <p:spPr>
          <a:xfrm>
            <a:off x="2851656" y="303615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80" name="Google Shape;180;p31"/>
          <p:cNvSpPr/>
          <p:nvPr/>
        </p:nvSpPr>
        <p:spPr>
          <a:xfrm>
            <a:off x="6115406" y="3581690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  <p:sp>
        <p:nvSpPr>
          <p:cNvPr id="181" name="Google Shape;181;p31"/>
          <p:cNvSpPr/>
          <p:nvPr/>
        </p:nvSpPr>
        <p:spPr>
          <a:xfrm>
            <a:off x="325430" y="4044440"/>
            <a:ext cx="1086540" cy="462760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ExtraBold"/>
              <a:buNone/>
              <a:defRPr sz="35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0" r:id="rId7"/>
    <p:sldLayoutId id="2147483666" r:id="rId8"/>
    <p:sldLayoutId id="2147483676" r:id="rId9"/>
    <p:sldLayoutId id="2147483677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4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24" Type="http://schemas.openxmlformats.org/officeDocument/2006/relationships/customXml" Target="../ink/ink9.xml"/><Relationship Id="rId32" Type="http://schemas.openxmlformats.org/officeDocument/2006/relationships/image" Target="../media/image24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1.xml"/><Relationship Id="rId10" Type="http://schemas.openxmlformats.org/officeDocument/2006/relationships/image" Target="../media/image11.png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" Type="http://schemas.openxmlformats.org/officeDocument/2006/relationships/customXml" Target="../ink/ink1.xml"/><Relationship Id="rId9" Type="http://schemas.openxmlformats.org/officeDocument/2006/relationships/image" Target="../media/image1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21.png"/><Relationship Id="rId30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13.xml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14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/>
          <p:nvPr/>
        </p:nvSpPr>
        <p:spPr>
          <a:xfrm>
            <a:off x="7485524" y="3657189"/>
            <a:ext cx="960948" cy="409499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93" name="Google Shape;193;p35"/>
          <p:cNvSpPr/>
          <p:nvPr/>
        </p:nvSpPr>
        <p:spPr>
          <a:xfrm>
            <a:off x="4339698" y="3245689"/>
            <a:ext cx="960948" cy="409499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94" name="Google Shape;194;p35"/>
          <p:cNvSpPr/>
          <p:nvPr/>
        </p:nvSpPr>
        <p:spPr>
          <a:xfrm>
            <a:off x="601213" y="3659162"/>
            <a:ext cx="878718" cy="374228"/>
          </a:xfrm>
          <a:custGeom>
            <a:avLst/>
            <a:gdLst/>
            <a:ahLst/>
            <a:cxnLst/>
            <a:rect l="l" t="t" r="r" b="b"/>
            <a:pathLst>
              <a:path w="6906" h="2941" extrusionOk="0">
                <a:moveTo>
                  <a:pt x="2771" y="1"/>
                </a:moveTo>
                <a:cubicBezTo>
                  <a:pt x="1983" y="1"/>
                  <a:pt x="1337" y="638"/>
                  <a:pt x="1337" y="1435"/>
                </a:cubicBezTo>
                <a:cubicBezTo>
                  <a:pt x="1337" y="1479"/>
                  <a:pt x="1346" y="1524"/>
                  <a:pt x="1346" y="1568"/>
                </a:cubicBezTo>
                <a:cubicBezTo>
                  <a:pt x="611" y="1612"/>
                  <a:pt x="27" y="2205"/>
                  <a:pt x="0" y="2940"/>
                </a:cubicBezTo>
                <a:lnTo>
                  <a:pt x="6906" y="2940"/>
                </a:lnTo>
                <a:cubicBezTo>
                  <a:pt x="6879" y="2259"/>
                  <a:pt x="6366" y="1692"/>
                  <a:pt x="5711" y="1586"/>
                </a:cubicBezTo>
                <a:cubicBezTo>
                  <a:pt x="5711" y="1533"/>
                  <a:pt x="5719" y="1488"/>
                  <a:pt x="5719" y="1435"/>
                </a:cubicBezTo>
                <a:cubicBezTo>
                  <a:pt x="5719" y="780"/>
                  <a:pt x="5188" y="249"/>
                  <a:pt x="4524" y="249"/>
                </a:cubicBezTo>
                <a:cubicBezTo>
                  <a:pt x="4267" y="249"/>
                  <a:pt x="4028" y="328"/>
                  <a:pt x="3834" y="470"/>
                </a:cubicBezTo>
                <a:cubicBezTo>
                  <a:pt x="3577" y="178"/>
                  <a:pt x="3196" y="1"/>
                  <a:pt x="2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grpSp>
        <p:nvGrpSpPr>
          <p:cNvPr id="195" name="Google Shape;195;p35"/>
          <p:cNvGrpSpPr/>
          <p:nvPr/>
        </p:nvGrpSpPr>
        <p:grpSpPr>
          <a:xfrm>
            <a:off x="4572051" y="3796791"/>
            <a:ext cx="4572037" cy="1346836"/>
            <a:chOff x="5071650" y="2144168"/>
            <a:chExt cx="4072359" cy="1694347"/>
          </a:xfrm>
        </p:grpSpPr>
        <p:sp>
          <p:nvSpPr>
            <p:cNvPr id="196" name="Google Shape;196;p35"/>
            <p:cNvSpPr/>
            <p:nvPr/>
          </p:nvSpPr>
          <p:spPr>
            <a:xfrm>
              <a:off x="5071650" y="2144168"/>
              <a:ext cx="4072359" cy="1694347"/>
            </a:xfrm>
            <a:custGeom>
              <a:avLst/>
              <a:gdLst/>
              <a:ahLst/>
              <a:cxnLst/>
              <a:rect l="l" t="t" r="r" b="b"/>
              <a:pathLst>
                <a:path w="48094" h="20010" extrusionOk="0">
                  <a:moveTo>
                    <a:pt x="39381" y="1"/>
                  </a:moveTo>
                  <a:lnTo>
                    <a:pt x="36654" y="1293"/>
                  </a:lnTo>
                  <a:lnTo>
                    <a:pt x="36654" y="5835"/>
                  </a:lnTo>
                  <a:lnTo>
                    <a:pt x="36105" y="5835"/>
                  </a:lnTo>
                  <a:lnTo>
                    <a:pt x="36105" y="2364"/>
                  </a:lnTo>
                  <a:lnTo>
                    <a:pt x="31351" y="2364"/>
                  </a:lnTo>
                  <a:lnTo>
                    <a:pt x="31351" y="6933"/>
                  </a:lnTo>
                  <a:lnTo>
                    <a:pt x="30953" y="6933"/>
                  </a:lnTo>
                  <a:lnTo>
                    <a:pt x="30953" y="6021"/>
                  </a:lnTo>
                  <a:lnTo>
                    <a:pt x="28544" y="4773"/>
                  </a:lnTo>
                  <a:lnTo>
                    <a:pt x="28544" y="1709"/>
                  </a:lnTo>
                  <a:lnTo>
                    <a:pt x="23152" y="1709"/>
                  </a:lnTo>
                  <a:lnTo>
                    <a:pt x="23152" y="4277"/>
                  </a:lnTo>
                  <a:lnTo>
                    <a:pt x="22763" y="4277"/>
                  </a:lnTo>
                  <a:lnTo>
                    <a:pt x="22763" y="417"/>
                  </a:lnTo>
                  <a:lnTo>
                    <a:pt x="20018" y="417"/>
                  </a:lnTo>
                  <a:lnTo>
                    <a:pt x="17353" y="1683"/>
                  </a:lnTo>
                  <a:lnTo>
                    <a:pt x="17353" y="6127"/>
                  </a:lnTo>
                  <a:lnTo>
                    <a:pt x="16813" y="6127"/>
                  </a:lnTo>
                  <a:lnTo>
                    <a:pt x="16813" y="2736"/>
                  </a:lnTo>
                  <a:lnTo>
                    <a:pt x="12156" y="2736"/>
                  </a:lnTo>
                  <a:lnTo>
                    <a:pt x="12156" y="7207"/>
                  </a:lnTo>
                  <a:lnTo>
                    <a:pt x="11767" y="7207"/>
                  </a:lnTo>
                  <a:lnTo>
                    <a:pt x="11767" y="6304"/>
                  </a:lnTo>
                  <a:lnTo>
                    <a:pt x="7774" y="4233"/>
                  </a:lnTo>
                  <a:lnTo>
                    <a:pt x="5879" y="4233"/>
                  </a:lnTo>
                  <a:lnTo>
                    <a:pt x="5879" y="7207"/>
                  </a:lnTo>
                  <a:lnTo>
                    <a:pt x="5401" y="7207"/>
                  </a:lnTo>
                  <a:lnTo>
                    <a:pt x="5401" y="1355"/>
                  </a:lnTo>
                  <a:lnTo>
                    <a:pt x="0" y="1355"/>
                  </a:lnTo>
                  <a:lnTo>
                    <a:pt x="0" y="20010"/>
                  </a:lnTo>
                  <a:lnTo>
                    <a:pt x="48093" y="20010"/>
                  </a:lnTo>
                  <a:lnTo>
                    <a:pt x="48093" y="1320"/>
                  </a:lnTo>
                  <a:lnTo>
                    <a:pt x="42578" y="1320"/>
                  </a:lnTo>
                  <a:lnTo>
                    <a:pt x="42578" y="3940"/>
                  </a:lnTo>
                  <a:lnTo>
                    <a:pt x="42179" y="3940"/>
                  </a:lnTo>
                  <a:lnTo>
                    <a:pt x="421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97" name="Google Shape;197;p35"/>
            <p:cNvSpPr/>
            <p:nvPr/>
          </p:nvSpPr>
          <p:spPr>
            <a:xfrm>
              <a:off x="5124826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98" name="Google Shape;198;p35"/>
            <p:cNvSpPr/>
            <p:nvPr/>
          </p:nvSpPr>
          <p:spPr>
            <a:xfrm>
              <a:off x="5318985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99" name="Google Shape;199;p35"/>
            <p:cNvSpPr/>
            <p:nvPr/>
          </p:nvSpPr>
          <p:spPr>
            <a:xfrm>
              <a:off x="5415684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0" name="Google Shape;200;p35"/>
            <p:cNvSpPr/>
            <p:nvPr/>
          </p:nvSpPr>
          <p:spPr>
            <a:xfrm>
              <a:off x="5124826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1" name="Google Shape;201;p35"/>
            <p:cNvSpPr/>
            <p:nvPr/>
          </p:nvSpPr>
          <p:spPr>
            <a:xfrm>
              <a:off x="5221524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2" name="Google Shape;202;p35"/>
            <p:cNvSpPr/>
            <p:nvPr/>
          </p:nvSpPr>
          <p:spPr>
            <a:xfrm>
              <a:off x="5415684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3" name="Google Shape;203;p35"/>
            <p:cNvSpPr/>
            <p:nvPr/>
          </p:nvSpPr>
          <p:spPr>
            <a:xfrm>
              <a:off x="5124826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5221524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5" name="Google Shape;205;p35"/>
            <p:cNvSpPr/>
            <p:nvPr/>
          </p:nvSpPr>
          <p:spPr>
            <a:xfrm>
              <a:off x="5318985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6" name="Google Shape;206;p35"/>
            <p:cNvSpPr/>
            <p:nvPr/>
          </p:nvSpPr>
          <p:spPr>
            <a:xfrm>
              <a:off x="5124826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7" name="Google Shape;207;p35"/>
            <p:cNvSpPr/>
            <p:nvPr/>
          </p:nvSpPr>
          <p:spPr>
            <a:xfrm>
              <a:off x="5415684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8" name="Google Shape;208;p35"/>
            <p:cNvSpPr/>
            <p:nvPr/>
          </p:nvSpPr>
          <p:spPr>
            <a:xfrm>
              <a:off x="5124826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09" name="Google Shape;209;p35"/>
            <p:cNvSpPr/>
            <p:nvPr/>
          </p:nvSpPr>
          <p:spPr>
            <a:xfrm>
              <a:off x="5318985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0" name="Google Shape;210;p35"/>
            <p:cNvSpPr/>
            <p:nvPr/>
          </p:nvSpPr>
          <p:spPr>
            <a:xfrm>
              <a:off x="5415684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1" name="Google Shape;211;p35"/>
            <p:cNvSpPr/>
            <p:nvPr/>
          </p:nvSpPr>
          <p:spPr>
            <a:xfrm>
              <a:off x="5124826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2" name="Google Shape;212;p35"/>
            <p:cNvSpPr/>
            <p:nvPr/>
          </p:nvSpPr>
          <p:spPr>
            <a:xfrm>
              <a:off x="5318985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3" name="Google Shape;213;p35"/>
            <p:cNvSpPr/>
            <p:nvPr/>
          </p:nvSpPr>
          <p:spPr>
            <a:xfrm>
              <a:off x="5415684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4" name="Google Shape;214;p35"/>
            <p:cNvSpPr/>
            <p:nvPr/>
          </p:nvSpPr>
          <p:spPr>
            <a:xfrm>
              <a:off x="5221524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5" name="Google Shape;215;p35"/>
            <p:cNvSpPr/>
            <p:nvPr/>
          </p:nvSpPr>
          <p:spPr>
            <a:xfrm>
              <a:off x="5318985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6" name="Google Shape;216;p35"/>
            <p:cNvSpPr/>
            <p:nvPr/>
          </p:nvSpPr>
          <p:spPr>
            <a:xfrm>
              <a:off x="5415684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7" name="Google Shape;217;p35"/>
            <p:cNvSpPr/>
            <p:nvPr/>
          </p:nvSpPr>
          <p:spPr>
            <a:xfrm>
              <a:off x="6147443" y="2427572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2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292" y="1036"/>
                  </a:cubicBezTo>
                  <a:cubicBezTo>
                    <a:pt x="461" y="1036"/>
                    <a:pt x="593" y="894"/>
                    <a:pt x="593" y="735"/>
                  </a:cubicBezTo>
                  <a:lnTo>
                    <a:pt x="593" y="301"/>
                  </a:lnTo>
                  <a:cubicBezTo>
                    <a:pt x="593" y="142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8" name="Google Shape;218;p35"/>
            <p:cNvSpPr/>
            <p:nvPr/>
          </p:nvSpPr>
          <p:spPr>
            <a:xfrm>
              <a:off x="6319841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3" y="894"/>
                    <a:pt x="603" y="735"/>
                  </a:cubicBezTo>
                  <a:lnTo>
                    <a:pt x="603" y="301"/>
                  </a:lnTo>
                  <a:cubicBezTo>
                    <a:pt x="603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19" name="Google Shape;219;p35"/>
            <p:cNvSpPr/>
            <p:nvPr/>
          </p:nvSpPr>
          <p:spPr>
            <a:xfrm>
              <a:off x="6406040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2" y="0"/>
                  </a:moveTo>
                  <a:cubicBezTo>
                    <a:pt x="133" y="0"/>
                    <a:pt x="1" y="142"/>
                    <a:pt x="1" y="301"/>
                  </a:cubicBezTo>
                  <a:lnTo>
                    <a:pt x="1" y="735"/>
                  </a:lnTo>
                  <a:cubicBezTo>
                    <a:pt x="1" y="894"/>
                    <a:pt x="133" y="1036"/>
                    <a:pt x="302" y="1036"/>
                  </a:cubicBezTo>
                  <a:cubicBezTo>
                    <a:pt x="461" y="1036"/>
                    <a:pt x="603" y="894"/>
                    <a:pt x="603" y="735"/>
                  </a:cubicBezTo>
                  <a:lnTo>
                    <a:pt x="603" y="301"/>
                  </a:lnTo>
                  <a:cubicBezTo>
                    <a:pt x="603" y="142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0" name="Google Shape;220;p35"/>
            <p:cNvSpPr/>
            <p:nvPr/>
          </p:nvSpPr>
          <p:spPr>
            <a:xfrm>
              <a:off x="6147443" y="2546708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1" name="Google Shape;221;p35"/>
            <p:cNvSpPr/>
            <p:nvPr/>
          </p:nvSpPr>
          <p:spPr>
            <a:xfrm>
              <a:off x="6233642" y="2546708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2" name="Google Shape;222;p35"/>
            <p:cNvSpPr/>
            <p:nvPr/>
          </p:nvSpPr>
          <p:spPr>
            <a:xfrm>
              <a:off x="6406040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1"/>
                  </a:moveTo>
                  <a:cubicBezTo>
                    <a:pt x="133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3" y="1028"/>
                    <a:pt x="302" y="1028"/>
                  </a:cubicBezTo>
                  <a:cubicBezTo>
                    <a:pt x="461" y="1028"/>
                    <a:pt x="603" y="895"/>
                    <a:pt x="603" y="727"/>
                  </a:cubicBezTo>
                  <a:lnTo>
                    <a:pt x="603" y="302"/>
                  </a:lnTo>
                  <a:cubicBezTo>
                    <a:pt x="603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3" name="Google Shape;223;p35"/>
            <p:cNvSpPr/>
            <p:nvPr/>
          </p:nvSpPr>
          <p:spPr>
            <a:xfrm>
              <a:off x="6147443" y="266516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4" name="Google Shape;224;p35"/>
            <p:cNvSpPr/>
            <p:nvPr/>
          </p:nvSpPr>
          <p:spPr>
            <a:xfrm>
              <a:off x="6233642" y="266516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5" name="Google Shape;225;p35"/>
            <p:cNvSpPr/>
            <p:nvPr/>
          </p:nvSpPr>
          <p:spPr>
            <a:xfrm>
              <a:off x="6147443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6" name="Google Shape;226;p35"/>
            <p:cNvSpPr/>
            <p:nvPr/>
          </p:nvSpPr>
          <p:spPr>
            <a:xfrm>
              <a:off x="6233642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7" name="Google Shape;227;p35"/>
            <p:cNvSpPr/>
            <p:nvPr/>
          </p:nvSpPr>
          <p:spPr>
            <a:xfrm>
              <a:off x="6406040" y="278362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1"/>
                  </a:moveTo>
                  <a:cubicBezTo>
                    <a:pt x="133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3" y="1028"/>
                    <a:pt x="302" y="1028"/>
                  </a:cubicBezTo>
                  <a:cubicBezTo>
                    <a:pt x="461" y="1028"/>
                    <a:pt x="603" y="895"/>
                    <a:pt x="603" y="727"/>
                  </a:cubicBezTo>
                  <a:lnTo>
                    <a:pt x="603" y="302"/>
                  </a:lnTo>
                  <a:cubicBezTo>
                    <a:pt x="603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6147443" y="2902086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2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292" y="1037"/>
                  </a:cubicBezTo>
                  <a:cubicBezTo>
                    <a:pt x="461" y="1037"/>
                    <a:pt x="593" y="895"/>
                    <a:pt x="593" y="735"/>
                  </a:cubicBezTo>
                  <a:lnTo>
                    <a:pt x="593" y="302"/>
                  </a:lnTo>
                  <a:cubicBezTo>
                    <a:pt x="593" y="142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6319841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3" y="895"/>
                    <a:pt x="603" y="735"/>
                  </a:cubicBezTo>
                  <a:lnTo>
                    <a:pt x="603" y="302"/>
                  </a:lnTo>
                  <a:cubicBezTo>
                    <a:pt x="603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0" name="Google Shape;230;p35"/>
            <p:cNvSpPr/>
            <p:nvPr/>
          </p:nvSpPr>
          <p:spPr>
            <a:xfrm>
              <a:off x="6406040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2" y="1"/>
                  </a:moveTo>
                  <a:cubicBezTo>
                    <a:pt x="133" y="1"/>
                    <a:pt x="1" y="142"/>
                    <a:pt x="1" y="302"/>
                  </a:cubicBezTo>
                  <a:lnTo>
                    <a:pt x="1" y="735"/>
                  </a:lnTo>
                  <a:cubicBezTo>
                    <a:pt x="1" y="895"/>
                    <a:pt x="133" y="1037"/>
                    <a:pt x="302" y="1037"/>
                  </a:cubicBezTo>
                  <a:cubicBezTo>
                    <a:pt x="461" y="1037"/>
                    <a:pt x="603" y="895"/>
                    <a:pt x="603" y="735"/>
                  </a:cubicBezTo>
                  <a:lnTo>
                    <a:pt x="603" y="302"/>
                  </a:lnTo>
                  <a:cubicBezTo>
                    <a:pt x="603" y="142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1" name="Google Shape;231;p35"/>
            <p:cNvSpPr/>
            <p:nvPr/>
          </p:nvSpPr>
          <p:spPr>
            <a:xfrm>
              <a:off x="6147443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292" y="1027"/>
                  </a:cubicBezTo>
                  <a:cubicBezTo>
                    <a:pt x="461" y="1027"/>
                    <a:pt x="593" y="895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2" name="Google Shape;232;p35"/>
            <p:cNvSpPr/>
            <p:nvPr/>
          </p:nvSpPr>
          <p:spPr>
            <a:xfrm>
              <a:off x="6233642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593" y="895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3" name="Google Shape;233;p35"/>
            <p:cNvSpPr/>
            <p:nvPr/>
          </p:nvSpPr>
          <p:spPr>
            <a:xfrm>
              <a:off x="6406040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0"/>
                  </a:moveTo>
                  <a:cubicBezTo>
                    <a:pt x="133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3" y="1027"/>
                    <a:pt x="302" y="1027"/>
                  </a:cubicBezTo>
                  <a:cubicBezTo>
                    <a:pt x="461" y="1027"/>
                    <a:pt x="603" y="895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4" name="Google Shape;234;p35"/>
            <p:cNvSpPr/>
            <p:nvPr/>
          </p:nvSpPr>
          <p:spPr>
            <a:xfrm>
              <a:off x="6147443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292" y="1027"/>
                  </a:cubicBezTo>
                  <a:cubicBezTo>
                    <a:pt x="461" y="1027"/>
                    <a:pt x="593" y="894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5" name="Google Shape;235;p35"/>
            <p:cNvSpPr/>
            <p:nvPr/>
          </p:nvSpPr>
          <p:spPr>
            <a:xfrm>
              <a:off x="6319841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3" y="894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6" name="Google Shape;236;p35"/>
            <p:cNvSpPr/>
            <p:nvPr/>
          </p:nvSpPr>
          <p:spPr>
            <a:xfrm>
              <a:off x="6406040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0"/>
                  </a:moveTo>
                  <a:cubicBezTo>
                    <a:pt x="133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3" y="1027"/>
                    <a:pt x="302" y="1027"/>
                  </a:cubicBezTo>
                  <a:cubicBezTo>
                    <a:pt x="461" y="1027"/>
                    <a:pt x="603" y="894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7" name="Google Shape;237;p35"/>
            <p:cNvSpPr/>
            <p:nvPr/>
          </p:nvSpPr>
          <p:spPr>
            <a:xfrm>
              <a:off x="7773454" y="2427572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3" y="0"/>
                  </a:moveTo>
                  <a:cubicBezTo>
                    <a:pt x="134" y="0"/>
                    <a:pt x="1" y="142"/>
                    <a:pt x="1" y="301"/>
                  </a:cubicBezTo>
                  <a:lnTo>
                    <a:pt x="1" y="735"/>
                  </a:lnTo>
                  <a:cubicBezTo>
                    <a:pt x="1" y="894"/>
                    <a:pt x="134" y="1036"/>
                    <a:pt x="293" y="1036"/>
                  </a:cubicBezTo>
                  <a:cubicBezTo>
                    <a:pt x="461" y="1036"/>
                    <a:pt x="594" y="894"/>
                    <a:pt x="594" y="735"/>
                  </a:cubicBezTo>
                  <a:lnTo>
                    <a:pt x="594" y="301"/>
                  </a:lnTo>
                  <a:cubicBezTo>
                    <a:pt x="594" y="142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8" name="Google Shape;238;p35"/>
            <p:cNvSpPr/>
            <p:nvPr/>
          </p:nvSpPr>
          <p:spPr>
            <a:xfrm>
              <a:off x="7945936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2" y="894"/>
                    <a:pt x="602" y="735"/>
                  </a:cubicBezTo>
                  <a:lnTo>
                    <a:pt x="602" y="301"/>
                  </a:lnTo>
                  <a:cubicBezTo>
                    <a:pt x="602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39" name="Google Shape;239;p35"/>
            <p:cNvSpPr/>
            <p:nvPr/>
          </p:nvSpPr>
          <p:spPr>
            <a:xfrm>
              <a:off x="8032135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2" y="894"/>
                    <a:pt x="602" y="735"/>
                  </a:cubicBezTo>
                  <a:lnTo>
                    <a:pt x="602" y="301"/>
                  </a:lnTo>
                  <a:cubicBezTo>
                    <a:pt x="602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0" name="Google Shape;240;p35"/>
            <p:cNvSpPr/>
            <p:nvPr/>
          </p:nvSpPr>
          <p:spPr>
            <a:xfrm>
              <a:off x="7859653" y="2546708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302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1" name="Google Shape;241;p35"/>
            <p:cNvSpPr/>
            <p:nvPr/>
          </p:nvSpPr>
          <p:spPr>
            <a:xfrm>
              <a:off x="7945936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2" name="Google Shape;242;p35"/>
            <p:cNvSpPr/>
            <p:nvPr/>
          </p:nvSpPr>
          <p:spPr>
            <a:xfrm>
              <a:off x="8032135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3" name="Google Shape;243;p35"/>
            <p:cNvSpPr/>
            <p:nvPr/>
          </p:nvSpPr>
          <p:spPr>
            <a:xfrm>
              <a:off x="7945936" y="266516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4" name="Google Shape;244;p35"/>
            <p:cNvSpPr/>
            <p:nvPr/>
          </p:nvSpPr>
          <p:spPr>
            <a:xfrm>
              <a:off x="8032135" y="266516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5" name="Google Shape;245;p35"/>
            <p:cNvSpPr/>
            <p:nvPr/>
          </p:nvSpPr>
          <p:spPr>
            <a:xfrm>
              <a:off x="7773454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293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293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6" name="Google Shape;246;p35"/>
            <p:cNvSpPr/>
            <p:nvPr/>
          </p:nvSpPr>
          <p:spPr>
            <a:xfrm>
              <a:off x="7859653" y="278362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302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7" name="Google Shape;247;p35"/>
            <p:cNvSpPr/>
            <p:nvPr/>
          </p:nvSpPr>
          <p:spPr>
            <a:xfrm>
              <a:off x="8032135" y="278362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8" name="Google Shape;248;p35"/>
            <p:cNvSpPr/>
            <p:nvPr/>
          </p:nvSpPr>
          <p:spPr>
            <a:xfrm>
              <a:off x="7773454" y="2902086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3" y="1"/>
                  </a:moveTo>
                  <a:cubicBezTo>
                    <a:pt x="134" y="1"/>
                    <a:pt x="1" y="142"/>
                    <a:pt x="1" y="302"/>
                  </a:cubicBezTo>
                  <a:lnTo>
                    <a:pt x="1" y="735"/>
                  </a:lnTo>
                  <a:cubicBezTo>
                    <a:pt x="1" y="895"/>
                    <a:pt x="134" y="1037"/>
                    <a:pt x="293" y="1037"/>
                  </a:cubicBezTo>
                  <a:cubicBezTo>
                    <a:pt x="461" y="1037"/>
                    <a:pt x="594" y="895"/>
                    <a:pt x="594" y="735"/>
                  </a:cubicBezTo>
                  <a:lnTo>
                    <a:pt x="594" y="302"/>
                  </a:lnTo>
                  <a:cubicBezTo>
                    <a:pt x="594" y="142"/>
                    <a:pt x="461" y="1"/>
                    <a:pt x="293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49" name="Google Shape;249;p35"/>
            <p:cNvSpPr/>
            <p:nvPr/>
          </p:nvSpPr>
          <p:spPr>
            <a:xfrm>
              <a:off x="7945936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2" y="895"/>
                    <a:pt x="602" y="735"/>
                  </a:cubicBezTo>
                  <a:lnTo>
                    <a:pt x="602" y="302"/>
                  </a:lnTo>
                  <a:cubicBezTo>
                    <a:pt x="602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0" name="Google Shape;250;p35"/>
            <p:cNvSpPr/>
            <p:nvPr/>
          </p:nvSpPr>
          <p:spPr>
            <a:xfrm>
              <a:off x="8032135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2" y="895"/>
                    <a:pt x="602" y="735"/>
                  </a:cubicBezTo>
                  <a:lnTo>
                    <a:pt x="602" y="302"/>
                  </a:lnTo>
                  <a:cubicBezTo>
                    <a:pt x="602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1" name="Google Shape;251;p35"/>
            <p:cNvSpPr/>
            <p:nvPr/>
          </p:nvSpPr>
          <p:spPr>
            <a:xfrm>
              <a:off x="7095801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3"/>
                    <a:pt x="0" y="329"/>
                  </a:cubicBezTo>
                  <a:lnTo>
                    <a:pt x="0" y="789"/>
                  </a:lnTo>
                  <a:cubicBezTo>
                    <a:pt x="0" y="966"/>
                    <a:pt x="151" y="1108"/>
                    <a:pt x="328" y="1108"/>
                  </a:cubicBezTo>
                  <a:cubicBezTo>
                    <a:pt x="505" y="1108"/>
                    <a:pt x="646" y="966"/>
                    <a:pt x="646" y="789"/>
                  </a:cubicBezTo>
                  <a:lnTo>
                    <a:pt x="646" y="329"/>
                  </a:lnTo>
                  <a:cubicBezTo>
                    <a:pt x="646" y="143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2" name="Google Shape;252;p35"/>
            <p:cNvSpPr/>
            <p:nvPr/>
          </p:nvSpPr>
          <p:spPr>
            <a:xfrm>
              <a:off x="7188689" y="2367538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1"/>
                  </a:moveTo>
                  <a:cubicBezTo>
                    <a:pt x="143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3" y="1108"/>
                    <a:pt x="329" y="1108"/>
                  </a:cubicBezTo>
                  <a:cubicBezTo>
                    <a:pt x="50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506" y="1"/>
                    <a:pt x="32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3" name="Google Shape;253;p35"/>
            <p:cNvSpPr/>
            <p:nvPr/>
          </p:nvSpPr>
          <p:spPr>
            <a:xfrm>
              <a:off x="7374635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19" y="1108"/>
                  </a:cubicBezTo>
                  <a:cubicBezTo>
                    <a:pt x="49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4" name="Google Shape;254;p35"/>
            <p:cNvSpPr/>
            <p:nvPr/>
          </p:nvSpPr>
          <p:spPr>
            <a:xfrm>
              <a:off x="7095801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0" y="151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28"/>
                  </a:lnTo>
                  <a:cubicBezTo>
                    <a:pt x="646" y="151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5" name="Google Shape;255;p35"/>
            <p:cNvSpPr/>
            <p:nvPr/>
          </p:nvSpPr>
          <p:spPr>
            <a:xfrm>
              <a:off x="7281662" y="2495057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0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6" name="Google Shape;256;p35"/>
            <p:cNvSpPr/>
            <p:nvPr/>
          </p:nvSpPr>
          <p:spPr>
            <a:xfrm>
              <a:off x="7374635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7" name="Google Shape;257;p35"/>
            <p:cNvSpPr/>
            <p:nvPr/>
          </p:nvSpPr>
          <p:spPr>
            <a:xfrm>
              <a:off x="7095801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51" y="1098"/>
                    <a:pt x="328" y="1098"/>
                  </a:cubicBezTo>
                  <a:cubicBezTo>
                    <a:pt x="505" y="1098"/>
                    <a:pt x="646" y="956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8" name="Google Shape;258;p35"/>
            <p:cNvSpPr/>
            <p:nvPr/>
          </p:nvSpPr>
          <p:spPr>
            <a:xfrm>
              <a:off x="7188689" y="2623254"/>
              <a:ext cx="54869" cy="92973"/>
            </a:xfrm>
            <a:custGeom>
              <a:avLst/>
              <a:gdLst/>
              <a:ahLst/>
              <a:cxnLst/>
              <a:rect l="l" t="t" r="r" b="b"/>
              <a:pathLst>
                <a:path w="648" h="109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3" y="1098"/>
                    <a:pt x="329" y="1098"/>
                  </a:cubicBezTo>
                  <a:cubicBezTo>
                    <a:pt x="50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59" name="Google Shape;259;p35"/>
            <p:cNvSpPr/>
            <p:nvPr/>
          </p:nvSpPr>
          <p:spPr>
            <a:xfrm>
              <a:off x="7374635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098"/>
                    <a:pt x="319" y="1098"/>
                  </a:cubicBezTo>
                  <a:cubicBezTo>
                    <a:pt x="49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0" name="Google Shape;260;p35"/>
            <p:cNvSpPr/>
            <p:nvPr/>
          </p:nvSpPr>
          <p:spPr>
            <a:xfrm>
              <a:off x="7095801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51" y="1107"/>
                    <a:pt x="328" y="1107"/>
                  </a:cubicBezTo>
                  <a:cubicBezTo>
                    <a:pt x="505" y="1107"/>
                    <a:pt x="646" y="956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1" name="Google Shape;261;p35"/>
            <p:cNvSpPr/>
            <p:nvPr/>
          </p:nvSpPr>
          <p:spPr>
            <a:xfrm>
              <a:off x="7281662" y="2750688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0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2" name="Google Shape;262;p35"/>
            <p:cNvSpPr/>
            <p:nvPr/>
          </p:nvSpPr>
          <p:spPr>
            <a:xfrm>
              <a:off x="7374635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3" name="Google Shape;263;p35"/>
            <p:cNvSpPr/>
            <p:nvPr/>
          </p:nvSpPr>
          <p:spPr>
            <a:xfrm>
              <a:off x="7095801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7"/>
                    <a:pt x="151" y="1107"/>
                    <a:pt x="328" y="1107"/>
                  </a:cubicBezTo>
                  <a:cubicBezTo>
                    <a:pt x="505" y="1107"/>
                    <a:pt x="646" y="957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4" name="Google Shape;264;p35"/>
            <p:cNvSpPr/>
            <p:nvPr/>
          </p:nvSpPr>
          <p:spPr>
            <a:xfrm>
              <a:off x="7374635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5" name="Google Shape;265;p35"/>
            <p:cNvSpPr/>
            <p:nvPr/>
          </p:nvSpPr>
          <p:spPr>
            <a:xfrm>
              <a:off x="8742811" y="2367538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19" y="1108"/>
                  </a:cubicBezTo>
                  <a:cubicBezTo>
                    <a:pt x="496" y="1108"/>
                    <a:pt x="638" y="966"/>
                    <a:pt x="638" y="789"/>
                  </a:cubicBezTo>
                  <a:lnTo>
                    <a:pt x="638" y="329"/>
                  </a:lnTo>
                  <a:cubicBezTo>
                    <a:pt x="638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6" name="Google Shape;266;p35"/>
            <p:cNvSpPr/>
            <p:nvPr/>
          </p:nvSpPr>
          <p:spPr>
            <a:xfrm>
              <a:off x="8927995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28" y="1108"/>
                  </a:cubicBezTo>
                  <a:cubicBezTo>
                    <a:pt x="505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7" name="Google Shape;267;p35"/>
            <p:cNvSpPr/>
            <p:nvPr/>
          </p:nvSpPr>
          <p:spPr>
            <a:xfrm>
              <a:off x="9020968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3"/>
                    <a:pt x="0" y="329"/>
                  </a:cubicBezTo>
                  <a:lnTo>
                    <a:pt x="0" y="789"/>
                  </a:lnTo>
                  <a:cubicBezTo>
                    <a:pt x="0" y="966"/>
                    <a:pt x="142" y="1108"/>
                    <a:pt x="319" y="1108"/>
                  </a:cubicBezTo>
                  <a:cubicBezTo>
                    <a:pt x="49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8" name="Google Shape;268;p35"/>
            <p:cNvSpPr/>
            <p:nvPr/>
          </p:nvSpPr>
          <p:spPr>
            <a:xfrm>
              <a:off x="8742811" y="2495057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19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69" name="Google Shape;269;p35"/>
            <p:cNvSpPr/>
            <p:nvPr/>
          </p:nvSpPr>
          <p:spPr>
            <a:xfrm>
              <a:off x="8835022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51" y="1107"/>
                    <a:pt x="328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0" name="Google Shape;270;p35"/>
            <p:cNvSpPr/>
            <p:nvPr/>
          </p:nvSpPr>
          <p:spPr>
            <a:xfrm>
              <a:off x="9020968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51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1" name="Google Shape;271;p35"/>
            <p:cNvSpPr/>
            <p:nvPr/>
          </p:nvSpPr>
          <p:spPr>
            <a:xfrm>
              <a:off x="8742811" y="2623254"/>
              <a:ext cx="54107" cy="92973"/>
            </a:xfrm>
            <a:custGeom>
              <a:avLst/>
              <a:gdLst/>
              <a:ahLst/>
              <a:cxnLst/>
              <a:rect l="l" t="t" r="r" b="b"/>
              <a:pathLst>
                <a:path w="639" h="109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098"/>
                    <a:pt x="319" y="1098"/>
                  </a:cubicBezTo>
                  <a:cubicBezTo>
                    <a:pt x="496" y="1098"/>
                    <a:pt x="638" y="956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2" name="Google Shape;272;p35"/>
            <p:cNvSpPr/>
            <p:nvPr/>
          </p:nvSpPr>
          <p:spPr>
            <a:xfrm>
              <a:off x="9020968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098"/>
                    <a:pt x="319" y="1098"/>
                  </a:cubicBezTo>
                  <a:cubicBezTo>
                    <a:pt x="49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3" name="Google Shape;273;p35"/>
            <p:cNvSpPr/>
            <p:nvPr/>
          </p:nvSpPr>
          <p:spPr>
            <a:xfrm>
              <a:off x="8835022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51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4" name="Google Shape;274;p35"/>
            <p:cNvSpPr/>
            <p:nvPr/>
          </p:nvSpPr>
          <p:spPr>
            <a:xfrm>
              <a:off x="8927995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5" name="Google Shape;275;p35"/>
            <p:cNvSpPr/>
            <p:nvPr/>
          </p:nvSpPr>
          <p:spPr>
            <a:xfrm>
              <a:off x="9020968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6" name="Google Shape;276;p35"/>
            <p:cNvSpPr/>
            <p:nvPr/>
          </p:nvSpPr>
          <p:spPr>
            <a:xfrm>
              <a:off x="8742811" y="2878123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19" y="1107"/>
                  </a:cubicBezTo>
                  <a:cubicBezTo>
                    <a:pt x="496" y="1107"/>
                    <a:pt x="638" y="957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7" name="Google Shape;277;p35"/>
            <p:cNvSpPr/>
            <p:nvPr/>
          </p:nvSpPr>
          <p:spPr>
            <a:xfrm>
              <a:off x="8927995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28" y="1107"/>
                  </a:cubicBezTo>
                  <a:cubicBezTo>
                    <a:pt x="505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8" name="Google Shape;278;p35"/>
            <p:cNvSpPr/>
            <p:nvPr/>
          </p:nvSpPr>
          <p:spPr>
            <a:xfrm>
              <a:off x="9020968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79" name="Google Shape;279;p35"/>
            <p:cNvSpPr/>
            <p:nvPr/>
          </p:nvSpPr>
          <p:spPr>
            <a:xfrm>
              <a:off x="8742811" y="3005557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38" y="965"/>
                    <a:pt x="638" y="788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0" name="Google Shape;280;p35"/>
            <p:cNvSpPr/>
            <p:nvPr/>
          </p:nvSpPr>
          <p:spPr>
            <a:xfrm>
              <a:off x="8835022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51" y="1107"/>
                    <a:pt x="328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1" name="Google Shape;281;p35"/>
            <p:cNvSpPr/>
            <p:nvPr/>
          </p:nvSpPr>
          <p:spPr>
            <a:xfrm>
              <a:off x="9020968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2" name="Google Shape;282;p35"/>
            <p:cNvSpPr/>
            <p:nvPr/>
          </p:nvSpPr>
          <p:spPr>
            <a:xfrm>
              <a:off x="8835022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51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3" name="Google Shape;283;p35"/>
            <p:cNvSpPr/>
            <p:nvPr/>
          </p:nvSpPr>
          <p:spPr>
            <a:xfrm>
              <a:off x="892799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4" name="Google Shape;284;p35"/>
            <p:cNvSpPr/>
            <p:nvPr/>
          </p:nvSpPr>
          <p:spPr>
            <a:xfrm>
              <a:off x="9020968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5" name="Google Shape;285;p35"/>
            <p:cNvSpPr/>
            <p:nvPr/>
          </p:nvSpPr>
          <p:spPr>
            <a:xfrm>
              <a:off x="8250257" y="2321052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43"/>
                    <a:pt x="1" y="320"/>
                  </a:cubicBezTo>
                  <a:lnTo>
                    <a:pt x="1" y="780"/>
                  </a:lnTo>
                  <a:cubicBezTo>
                    <a:pt x="1" y="957"/>
                    <a:pt x="142" y="1108"/>
                    <a:pt x="320" y="1108"/>
                  </a:cubicBezTo>
                  <a:cubicBezTo>
                    <a:pt x="497" y="1108"/>
                    <a:pt x="638" y="957"/>
                    <a:pt x="638" y="780"/>
                  </a:cubicBezTo>
                  <a:lnTo>
                    <a:pt x="638" y="320"/>
                  </a:lnTo>
                  <a:cubicBezTo>
                    <a:pt x="638" y="143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6" name="Google Shape;286;p35"/>
            <p:cNvSpPr/>
            <p:nvPr/>
          </p:nvSpPr>
          <p:spPr>
            <a:xfrm>
              <a:off x="8435441" y="232105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0"/>
                  </a:cubicBezTo>
                  <a:lnTo>
                    <a:pt x="1" y="780"/>
                  </a:lnTo>
                  <a:cubicBezTo>
                    <a:pt x="1" y="957"/>
                    <a:pt x="142" y="1108"/>
                    <a:pt x="319" y="1108"/>
                  </a:cubicBezTo>
                  <a:cubicBezTo>
                    <a:pt x="505" y="1108"/>
                    <a:pt x="647" y="957"/>
                    <a:pt x="647" y="780"/>
                  </a:cubicBezTo>
                  <a:lnTo>
                    <a:pt x="647" y="320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7" name="Google Shape;287;p35"/>
            <p:cNvSpPr/>
            <p:nvPr/>
          </p:nvSpPr>
          <p:spPr>
            <a:xfrm>
              <a:off x="8528414" y="232105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3"/>
                    <a:pt x="0" y="320"/>
                  </a:cubicBezTo>
                  <a:lnTo>
                    <a:pt x="0" y="780"/>
                  </a:lnTo>
                  <a:cubicBezTo>
                    <a:pt x="0" y="957"/>
                    <a:pt x="142" y="1108"/>
                    <a:pt x="319" y="1108"/>
                  </a:cubicBezTo>
                  <a:cubicBezTo>
                    <a:pt x="496" y="1108"/>
                    <a:pt x="647" y="957"/>
                    <a:pt x="647" y="780"/>
                  </a:cubicBezTo>
                  <a:lnTo>
                    <a:pt x="647" y="320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8" name="Google Shape;288;p35"/>
            <p:cNvSpPr/>
            <p:nvPr/>
          </p:nvSpPr>
          <p:spPr>
            <a:xfrm>
              <a:off x="8250257" y="2448571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0" y="1107"/>
                  </a:cubicBezTo>
                  <a:cubicBezTo>
                    <a:pt x="497" y="1107"/>
                    <a:pt x="638" y="956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89" name="Google Shape;289;p35"/>
            <p:cNvSpPr/>
            <p:nvPr/>
          </p:nvSpPr>
          <p:spPr>
            <a:xfrm>
              <a:off x="8342468" y="2448571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51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8528414" y="2448571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8250257" y="2576006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497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8435441" y="2576006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8528414" y="2576006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8250257" y="2703440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497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8528414" y="2703440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8250257" y="2830875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51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497" y="1107"/>
                    <a:pt x="638" y="966"/>
                    <a:pt x="638" y="789"/>
                  </a:cubicBezTo>
                  <a:lnTo>
                    <a:pt x="638" y="328"/>
                  </a:lnTo>
                  <a:cubicBezTo>
                    <a:pt x="638" y="151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8342468" y="2830875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8" y="1"/>
                  </a:moveTo>
                  <a:cubicBezTo>
                    <a:pt x="151" y="1"/>
                    <a:pt x="1" y="151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51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51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8528414" y="2830875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51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51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8250257" y="2959071"/>
              <a:ext cx="54107" cy="93058"/>
            </a:xfrm>
            <a:custGeom>
              <a:avLst/>
              <a:gdLst/>
              <a:ahLst/>
              <a:cxnLst/>
              <a:rect l="l" t="t" r="r" b="b"/>
              <a:pathLst>
                <a:path w="639" h="1099" extrusionOk="0">
                  <a:moveTo>
                    <a:pt x="320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098"/>
                    <a:pt x="320" y="1098"/>
                  </a:cubicBezTo>
                  <a:cubicBezTo>
                    <a:pt x="497" y="1098"/>
                    <a:pt x="638" y="957"/>
                    <a:pt x="638" y="780"/>
                  </a:cubicBezTo>
                  <a:lnTo>
                    <a:pt x="638" y="319"/>
                  </a:lnTo>
                  <a:cubicBezTo>
                    <a:pt x="638" y="142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8342468" y="2959071"/>
              <a:ext cx="54869" cy="93058"/>
            </a:xfrm>
            <a:custGeom>
              <a:avLst/>
              <a:gdLst/>
              <a:ahLst/>
              <a:cxnLst/>
              <a:rect l="l" t="t" r="r" b="b"/>
              <a:pathLst>
                <a:path w="648" h="1099" extrusionOk="0">
                  <a:moveTo>
                    <a:pt x="328" y="1"/>
                  </a:moveTo>
                  <a:cubicBezTo>
                    <a:pt x="151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51" y="1098"/>
                    <a:pt x="328" y="1098"/>
                  </a:cubicBezTo>
                  <a:cubicBezTo>
                    <a:pt x="505" y="1098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8435441" y="2959071"/>
              <a:ext cx="54785" cy="93058"/>
            </a:xfrm>
            <a:custGeom>
              <a:avLst/>
              <a:gdLst/>
              <a:ahLst/>
              <a:cxnLst/>
              <a:rect l="l" t="t" r="r" b="b"/>
              <a:pathLst>
                <a:path w="647" h="1099" extrusionOk="0">
                  <a:moveTo>
                    <a:pt x="319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098"/>
                    <a:pt x="319" y="1098"/>
                  </a:cubicBezTo>
                  <a:cubicBezTo>
                    <a:pt x="505" y="1098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8250257" y="3086506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107"/>
                    <a:pt x="320" y="1107"/>
                  </a:cubicBezTo>
                  <a:cubicBezTo>
                    <a:pt x="497" y="1107"/>
                    <a:pt x="638" y="957"/>
                    <a:pt x="638" y="780"/>
                  </a:cubicBezTo>
                  <a:lnTo>
                    <a:pt x="638" y="319"/>
                  </a:lnTo>
                  <a:cubicBezTo>
                    <a:pt x="638" y="142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8528414" y="3086506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2"/>
                    <a:pt x="0" y="319"/>
                  </a:cubicBezTo>
                  <a:lnTo>
                    <a:pt x="0" y="780"/>
                  </a:lnTo>
                  <a:cubicBezTo>
                    <a:pt x="0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5630165" y="2675667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5726864" y="2675667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5920261" y="2675667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5630165" y="2808351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5823562" y="2808351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5920261" y="2808351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5630165" y="2941798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5823562" y="294179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5920261" y="294179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5630165" y="3074482"/>
              <a:ext cx="56986" cy="98308"/>
            </a:xfrm>
            <a:custGeom>
              <a:avLst/>
              <a:gdLst/>
              <a:ahLst/>
              <a:cxnLst/>
              <a:rect l="l" t="t" r="r" b="b"/>
              <a:pathLst>
                <a:path w="673" h="1161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1"/>
                    <a:pt x="336" y="1161"/>
                  </a:cubicBezTo>
                  <a:cubicBezTo>
                    <a:pt x="522" y="1161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5920261" y="3074482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1"/>
                    <a:pt x="337" y="1161"/>
                  </a:cubicBezTo>
                  <a:cubicBezTo>
                    <a:pt x="523" y="1161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5630165" y="3207928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5823562" y="320792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5920261" y="320792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5630165" y="3341375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5823562" y="3341375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5920261" y="3341375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5630165" y="3474144"/>
              <a:ext cx="56986" cy="98223"/>
            </a:xfrm>
            <a:custGeom>
              <a:avLst/>
              <a:gdLst/>
              <a:ahLst/>
              <a:cxnLst/>
              <a:rect l="l" t="t" r="r" b="b"/>
              <a:pathLst>
                <a:path w="673" h="1160" extrusionOk="0">
                  <a:moveTo>
                    <a:pt x="336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6" y="1160"/>
                  </a:cubicBezTo>
                  <a:cubicBezTo>
                    <a:pt x="522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5726864" y="3474144"/>
              <a:ext cx="57071" cy="98223"/>
            </a:xfrm>
            <a:custGeom>
              <a:avLst/>
              <a:gdLst/>
              <a:ahLst/>
              <a:cxnLst/>
              <a:rect l="l" t="t" r="r" b="b"/>
              <a:pathLst>
                <a:path w="674" h="1160" extrusionOk="0">
                  <a:moveTo>
                    <a:pt x="337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7" y="1160"/>
                  </a:cubicBezTo>
                  <a:cubicBezTo>
                    <a:pt x="523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5823562" y="3474144"/>
              <a:ext cx="57071" cy="98223"/>
            </a:xfrm>
            <a:custGeom>
              <a:avLst/>
              <a:gdLst/>
              <a:ahLst/>
              <a:cxnLst/>
              <a:rect l="l" t="t" r="r" b="b"/>
              <a:pathLst>
                <a:path w="674" h="1160" extrusionOk="0">
                  <a:moveTo>
                    <a:pt x="337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7" y="1160"/>
                  </a:cubicBezTo>
                  <a:cubicBezTo>
                    <a:pt x="523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6599437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6793681" y="2324862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6890380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6599437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6696898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6890380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6599437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6696898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6599437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6696898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6890380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6599437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6793681" y="2857124"/>
              <a:ext cx="56986" cy="98308"/>
            </a:xfrm>
            <a:custGeom>
              <a:avLst/>
              <a:gdLst/>
              <a:ahLst/>
              <a:cxnLst/>
              <a:rect l="l" t="t" r="r" b="b"/>
              <a:pathLst>
                <a:path w="673" h="1161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0"/>
                    <a:pt x="336" y="1160"/>
                  </a:cubicBezTo>
                  <a:cubicBezTo>
                    <a:pt x="522" y="1160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6890380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0"/>
                    <a:pt x="337" y="1160"/>
                  </a:cubicBezTo>
                  <a:cubicBezTo>
                    <a:pt x="523" y="1160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338" name="Google Shape;338;p35"/>
          <p:cNvGrpSpPr/>
          <p:nvPr/>
        </p:nvGrpSpPr>
        <p:grpSpPr>
          <a:xfrm>
            <a:off x="51" y="3796791"/>
            <a:ext cx="4572037" cy="1346836"/>
            <a:chOff x="5071650" y="2144168"/>
            <a:chExt cx="4072359" cy="1694347"/>
          </a:xfrm>
        </p:grpSpPr>
        <p:sp>
          <p:nvSpPr>
            <p:cNvPr id="339" name="Google Shape;339;p35"/>
            <p:cNvSpPr/>
            <p:nvPr/>
          </p:nvSpPr>
          <p:spPr>
            <a:xfrm>
              <a:off x="5071650" y="2144168"/>
              <a:ext cx="4072359" cy="1694347"/>
            </a:xfrm>
            <a:custGeom>
              <a:avLst/>
              <a:gdLst/>
              <a:ahLst/>
              <a:cxnLst/>
              <a:rect l="l" t="t" r="r" b="b"/>
              <a:pathLst>
                <a:path w="48094" h="20010" extrusionOk="0">
                  <a:moveTo>
                    <a:pt x="39381" y="1"/>
                  </a:moveTo>
                  <a:lnTo>
                    <a:pt x="36654" y="1293"/>
                  </a:lnTo>
                  <a:lnTo>
                    <a:pt x="36654" y="5835"/>
                  </a:lnTo>
                  <a:lnTo>
                    <a:pt x="36105" y="5835"/>
                  </a:lnTo>
                  <a:lnTo>
                    <a:pt x="36105" y="2364"/>
                  </a:lnTo>
                  <a:lnTo>
                    <a:pt x="31351" y="2364"/>
                  </a:lnTo>
                  <a:lnTo>
                    <a:pt x="31351" y="6933"/>
                  </a:lnTo>
                  <a:lnTo>
                    <a:pt x="30953" y="6933"/>
                  </a:lnTo>
                  <a:lnTo>
                    <a:pt x="30953" y="6021"/>
                  </a:lnTo>
                  <a:lnTo>
                    <a:pt x="28544" y="4773"/>
                  </a:lnTo>
                  <a:lnTo>
                    <a:pt x="28544" y="1709"/>
                  </a:lnTo>
                  <a:lnTo>
                    <a:pt x="23152" y="1709"/>
                  </a:lnTo>
                  <a:lnTo>
                    <a:pt x="23152" y="4277"/>
                  </a:lnTo>
                  <a:lnTo>
                    <a:pt x="22763" y="4277"/>
                  </a:lnTo>
                  <a:lnTo>
                    <a:pt x="22763" y="417"/>
                  </a:lnTo>
                  <a:lnTo>
                    <a:pt x="20018" y="417"/>
                  </a:lnTo>
                  <a:lnTo>
                    <a:pt x="17353" y="1683"/>
                  </a:lnTo>
                  <a:lnTo>
                    <a:pt x="17353" y="6127"/>
                  </a:lnTo>
                  <a:lnTo>
                    <a:pt x="16813" y="6127"/>
                  </a:lnTo>
                  <a:lnTo>
                    <a:pt x="16813" y="2736"/>
                  </a:lnTo>
                  <a:lnTo>
                    <a:pt x="12156" y="2736"/>
                  </a:lnTo>
                  <a:lnTo>
                    <a:pt x="12156" y="7207"/>
                  </a:lnTo>
                  <a:lnTo>
                    <a:pt x="11767" y="7207"/>
                  </a:lnTo>
                  <a:lnTo>
                    <a:pt x="11767" y="6304"/>
                  </a:lnTo>
                  <a:lnTo>
                    <a:pt x="7774" y="4233"/>
                  </a:lnTo>
                  <a:lnTo>
                    <a:pt x="5879" y="4233"/>
                  </a:lnTo>
                  <a:lnTo>
                    <a:pt x="5879" y="7207"/>
                  </a:lnTo>
                  <a:lnTo>
                    <a:pt x="5401" y="7207"/>
                  </a:lnTo>
                  <a:lnTo>
                    <a:pt x="5401" y="1355"/>
                  </a:lnTo>
                  <a:lnTo>
                    <a:pt x="0" y="1355"/>
                  </a:lnTo>
                  <a:lnTo>
                    <a:pt x="0" y="20010"/>
                  </a:lnTo>
                  <a:lnTo>
                    <a:pt x="48093" y="20010"/>
                  </a:lnTo>
                  <a:lnTo>
                    <a:pt x="48093" y="1320"/>
                  </a:lnTo>
                  <a:lnTo>
                    <a:pt x="42578" y="1320"/>
                  </a:lnTo>
                  <a:lnTo>
                    <a:pt x="42578" y="3940"/>
                  </a:lnTo>
                  <a:lnTo>
                    <a:pt x="42179" y="3940"/>
                  </a:lnTo>
                  <a:lnTo>
                    <a:pt x="421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5124826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5318985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5415684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5124826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5221524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5415684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5124826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5221524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5318985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5124826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5415684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5124826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5318985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5415684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5124826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5318985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5415684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5221524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5318985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5415684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6147443" y="2427572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2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292" y="1036"/>
                  </a:cubicBezTo>
                  <a:cubicBezTo>
                    <a:pt x="461" y="1036"/>
                    <a:pt x="593" y="894"/>
                    <a:pt x="593" y="735"/>
                  </a:cubicBezTo>
                  <a:lnTo>
                    <a:pt x="593" y="301"/>
                  </a:lnTo>
                  <a:cubicBezTo>
                    <a:pt x="593" y="142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6319841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3" y="894"/>
                    <a:pt x="603" y="735"/>
                  </a:cubicBezTo>
                  <a:lnTo>
                    <a:pt x="603" y="301"/>
                  </a:lnTo>
                  <a:cubicBezTo>
                    <a:pt x="603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6406040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2" y="0"/>
                  </a:moveTo>
                  <a:cubicBezTo>
                    <a:pt x="133" y="0"/>
                    <a:pt x="1" y="142"/>
                    <a:pt x="1" y="301"/>
                  </a:cubicBezTo>
                  <a:lnTo>
                    <a:pt x="1" y="735"/>
                  </a:lnTo>
                  <a:cubicBezTo>
                    <a:pt x="1" y="894"/>
                    <a:pt x="133" y="1036"/>
                    <a:pt x="302" y="1036"/>
                  </a:cubicBezTo>
                  <a:cubicBezTo>
                    <a:pt x="461" y="1036"/>
                    <a:pt x="603" y="894"/>
                    <a:pt x="603" y="735"/>
                  </a:cubicBezTo>
                  <a:lnTo>
                    <a:pt x="603" y="301"/>
                  </a:lnTo>
                  <a:cubicBezTo>
                    <a:pt x="603" y="142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6147443" y="2546708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6233642" y="2546708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6406040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1"/>
                  </a:moveTo>
                  <a:cubicBezTo>
                    <a:pt x="133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3" y="1028"/>
                    <a:pt x="302" y="1028"/>
                  </a:cubicBezTo>
                  <a:cubicBezTo>
                    <a:pt x="461" y="1028"/>
                    <a:pt x="603" y="895"/>
                    <a:pt x="603" y="727"/>
                  </a:cubicBezTo>
                  <a:lnTo>
                    <a:pt x="603" y="302"/>
                  </a:lnTo>
                  <a:cubicBezTo>
                    <a:pt x="603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6147443" y="266516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6233642" y="266516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6147443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292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6233642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593" y="895"/>
                    <a:pt x="593" y="727"/>
                  </a:cubicBezTo>
                  <a:lnTo>
                    <a:pt x="593" y="302"/>
                  </a:lnTo>
                  <a:cubicBezTo>
                    <a:pt x="593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6406040" y="278362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1"/>
                  </a:moveTo>
                  <a:cubicBezTo>
                    <a:pt x="133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3" y="1028"/>
                    <a:pt x="302" y="1028"/>
                  </a:cubicBezTo>
                  <a:cubicBezTo>
                    <a:pt x="461" y="1028"/>
                    <a:pt x="603" y="895"/>
                    <a:pt x="603" y="727"/>
                  </a:cubicBezTo>
                  <a:lnTo>
                    <a:pt x="603" y="302"/>
                  </a:lnTo>
                  <a:cubicBezTo>
                    <a:pt x="603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6147443" y="2902086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2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292" y="1037"/>
                  </a:cubicBezTo>
                  <a:cubicBezTo>
                    <a:pt x="461" y="1037"/>
                    <a:pt x="593" y="895"/>
                    <a:pt x="593" y="735"/>
                  </a:cubicBezTo>
                  <a:lnTo>
                    <a:pt x="593" y="302"/>
                  </a:lnTo>
                  <a:cubicBezTo>
                    <a:pt x="593" y="142"/>
                    <a:pt x="461" y="1"/>
                    <a:pt x="29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6319841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3" y="895"/>
                    <a:pt x="603" y="735"/>
                  </a:cubicBezTo>
                  <a:lnTo>
                    <a:pt x="603" y="302"/>
                  </a:lnTo>
                  <a:cubicBezTo>
                    <a:pt x="603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6406040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2" y="1"/>
                  </a:moveTo>
                  <a:cubicBezTo>
                    <a:pt x="133" y="1"/>
                    <a:pt x="1" y="142"/>
                    <a:pt x="1" y="302"/>
                  </a:cubicBezTo>
                  <a:lnTo>
                    <a:pt x="1" y="735"/>
                  </a:lnTo>
                  <a:cubicBezTo>
                    <a:pt x="1" y="895"/>
                    <a:pt x="133" y="1037"/>
                    <a:pt x="302" y="1037"/>
                  </a:cubicBezTo>
                  <a:cubicBezTo>
                    <a:pt x="461" y="1037"/>
                    <a:pt x="603" y="895"/>
                    <a:pt x="603" y="735"/>
                  </a:cubicBezTo>
                  <a:lnTo>
                    <a:pt x="603" y="302"/>
                  </a:lnTo>
                  <a:cubicBezTo>
                    <a:pt x="603" y="142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6147443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292" y="1027"/>
                  </a:cubicBezTo>
                  <a:cubicBezTo>
                    <a:pt x="461" y="1027"/>
                    <a:pt x="593" y="895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5" name="Google Shape;375;p35"/>
            <p:cNvSpPr/>
            <p:nvPr/>
          </p:nvSpPr>
          <p:spPr>
            <a:xfrm>
              <a:off x="6233642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593" y="895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6" name="Google Shape;376;p35"/>
            <p:cNvSpPr/>
            <p:nvPr/>
          </p:nvSpPr>
          <p:spPr>
            <a:xfrm>
              <a:off x="6406040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0"/>
                  </a:moveTo>
                  <a:cubicBezTo>
                    <a:pt x="133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3" y="1027"/>
                    <a:pt x="302" y="1027"/>
                  </a:cubicBezTo>
                  <a:cubicBezTo>
                    <a:pt x="461" y="1027"/>
                    <a:pt x="603" y="895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6147443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2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292" y="1027"/>
                  </a:cubicBezTo>
                  <a:cubicBezTo>
                    <a:pt x="461" y="1027"/>
                    <a:pt x="593" y="894"/>
                    <a:pt x="593" y="726"/>
                  </a:cubicBezTo>
                  <a:lnTo>
                    <a:pt x="593" y="301"/>
                  </a:lnTo>
                  <a:cubicBezTo>
                    <a:pt x="593" y="133"/>
                    <a:pt x="461" y="0"/>
                    <a:pt x="29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6319841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3" y="894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6406040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2" y="0"/>
                  </a:moveTo>
                  <a:cubicBezTo>
                    <a:pt x="133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3" y="1027"/>
                    <a:pt x="302" y="1027"/>
                  </a:cubicBezTo>
                  <a:cubicBezTo>
                    <a:pt x="461" y="1027"/>
                    <a:pt x="603" y="894"/>
                    <a:pt x="603" y="726"/>
                  </a:cubicBezTo>
                  <a:lnTo>
                    <a:pt x="603" y="301"/>
                  </a:lnTo>
                  <a:cubicBezTo>
                    <a:pt x="603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7773454" y="2427572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3" y="0"/>
                  </a:moveTo>
                  <a:cubicBezTo>
                    <a:pt x="134" y="0"/>
                    <a:pt x="1" y="142"/>
                    <a:pt x="1" y="301"/>
                  </a:cubicBezTo>
                  <a:lnTo>
                    <a:pt x="1" y="735"/>
                  </a:lnTo>
                  <a:cubicBezTo>
                    <a:pt x="1" y="894"/>
                    <a:pt x="134" y="1036"/>
                    <a:pt x="293" y="1036"/>
                  </a:cubicBezTo>
                  <a:cubicBezTo>
                    <a:pt x="461" y="1036"/>
                    <a:pt x="594" y="894"/>
                    <a:pt x="594" y="735"/>
                  </a:cubicBezTo>
                  <a:lnTo>
                    <a:pt x="594" y="301"/>
                  </a:lnTo>
                  <a:cubicBezTo>
                    <a:pt x="594" y="142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1" name="Google Shape;381;p35"/>
            <p:cNvSpPr/>
            <p:nvPr/>
          </p:nvSpPr>
          <p:spPr>
            <a:xfrm>
              <a:off x="7945936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2" y="894"/>
                    <a:pt x="602" y="735"/>
                  </a:cubicBezTo>
                  <a:lnTo>
                    <a:pt x="602" y="301"/>
                  </a:lnTo>
                  <a:cubicBezTo>
                    <a:pt x="602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2" name="Google Shape;382;p35"/>
            <p:cNvSpPr/>
            <p:nvPr/>
          </p:nvSpPr>
          <p:spPr>
            <a:xfrm>
              <a:off x="8032135" y="2427572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0"/>
                  </a:moveTo>
                  <a:cubicBezTo>
                    <a:pt x="133" y="0"/>
                    <a:pt x="0" y="142"/>
                    <a:pt x="0" y="301"/>
                  </a:cubicBezTo>
                  <a:lnTo>
                    <a:pt x="0" y="735"/>
                  </a:lnTo>
                  <a:cubicBezTo>
                    <a:pt x="0" y="894"/>
                    <a:pt x="133" y="1036"/>
                    <a:pt x="301" y="1036"/>
                  </a:cubicBezTo>
                  <a:cubicBezTo>
                    <a:pt x="461" y="1036"/>
                    <a:pt x="602" y="894"/>
                    <a:pt x="602" y="735"/>
                  </a:cubicBezTo>
                  <a:lnTo>
                    <a:pt x="602" y="301"/>
                  </a:lnTo>
                  <a:cubicBezTo>
                    <a:pt x="602" y="142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3" name="Google Shape;383;p35"/>
            <p:cNvSpPr/>
            <p:nvPr/>
          </p:nvSpPr>
          <p:spPr>
            <a:xfrm>
              <a:off x="7859653" y="2546708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302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4" name="Google Shape;384;p35"/>
            <p:cNvSpPr/>
            <p:nvPr/>
          </p:nvSpPr>
          <p:spPr>
            <a:xfrm>
              <a:off x="7945936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5" name="Google Shape;385;p35"/>
            <p:cNvSpPr/>
            <p:nvPr/>
          </p:nvSpPr>
          <p:spPr>
            <a:xfrm>
              <a:off x="8032135" y="2546708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6" name="Google Shape;386;p35"/>
            <p:cNvSpPr/>
            <p:nvPr/>
          </p:nvSpPr>
          <p:spPr>
            <a:xfrm>
              <a:off x="7945936" y="266516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7" name="Google Shape;387;p35"/>
            <p:cNvSpPr/>
            <p:nvPr/>
          </p:nvSpPr>
          <p:spPr>
            <a:xfrm>
              <a:off x="8032135" y="266516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8" name="Google Shape;388;p35"/>
            <p:cNvSpPr/>
            <p:nvPr/>
          </p:nvSpPr>
          <p:spPr>
            <a:xfrm>
              <a:off x="7773454" y="278362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293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293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89" name="Google Shape;389;p35"/>
            <p:cNvSpPr/>
            <p:nvPr/>
          </p:nvSpPr>
          <p:spPr>
            <a:xfrm>
              <a:off x="7859653" y="278362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1"/>
                  </a:moveTo>
                  <a:cubicBezTo>
                    <a:pt x="134" y="1"/>
                    <a:pt x="1" y="134"/>
                    <a:pt x="1" y="302"/>
                  </a:cubicBezTo>
                  <a:lnTo>
                    <a:pt x="1" y="727"/>
                  </a:lnTo>
                  <a:cubicBezTo>
                    <a:pt x="1" y="895"/>
                    <a:pt x="134" y="1028"/>
                    <a:pt x="302" y="1028"/>
                  </a:cubicBezTo>
                  <a:cubicBezTo>
                    <a:pt x="461" y="1028"/>
                    <a:pt x="594" y="895"/>
                    <a:pt x="594" y="727"/>
                  </a:cubicBezTo>
                  <a:lnTo>
                    <a:pt x="594" y="302"/>
                  </a:lnTo>
                  <a:cubicBezTo>
                    <a:pt x="594" y="134"/>
                    <a:pt x="461" y="1"/>
                    <a:pt x="302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0" name="Google Shape;390;p35"/>
            <p:cNvSpPr/>
            <p:nvPr/>
          </p:nvSpPr>
          <p:spPr>
            <a:xfrm>
              <a:off x="8032135" y="278362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1"/>
                  </a:moveTo>
                  <a:cubicBezTo>
                    <a:pt x="133" y="1"/>
                    <a:pt x="0" y="134"/>
                    <a:pt x="0" y="302"/>
                  </a:cubicBezTo>
                  <a:lnTo>
                    <a:pt x="0" y="727"/>
                  </a:lnTo>
                  <a:cubicBezTo>
                    <a:pt x="0" y="895"/>
                    <a:pt x="133" y="1028"/>
                    <a:pt x="301" y="1028"/>
                  </a:cubicBezTo>
                  <a:cubicBezTo>
                    <a:pt x="461" y="1028"/>
                    <a:pt x="602" y="895"/>
                    <a:pt x="602" y="727"/>
                  </a:cubicBezTo>
                  <a:lnTo>
                    <a:pt x="602" y="302"/>
                  </a:lnTo>
                  <a:cubicBezTo>
                    <a:pt x="602" y="134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1" name="Google Shape;391;p35"/>
            <p:cNvSpPr/>
            <p:nvPr/>
          </p:nvSpPr>
          <p:spPr>
            <a:xfrm>
              <a:off x="7773454" y="2902086"/>
              <a:ext cx="50297" cy="87808"/>
            </a:xfrm>
            <a:custGeom>
              <a:avLst/>
              <a:gdLst/>
              <a:ahLst/>
              <a:cxnLst/>
              <a:rect l="l" t="t" r="r" b="b"/>
              <a:pathLst>
                <a:path w="594" h="1037" extrusionOk="0">
                  <a:moveTo>
                    <a:pt x="293" y="1"/>
                  </a:moveTo>
                  <a:cubicBezTo>
                    <a:pt x="134" y="1"/>
                    <a:pt x="1" y="142"/>
                    <a:pt x="1" y="302"/>
                  </a:cubicBezTo>
                  <a:lnTo>
                    <a:pt x="1" y="735"/>
                  </a:lnTo>
                  <a:cubicBezTo>
                    <a:pt x="1" y="895"/>
                    <a:pt x="134" y="1037"/>
                    <a:pt x="293" y="1037"/>
                  </a:cubicBezTo>
                  <a:cubicBezTo>
                    <a:pt x="461" y="1037"/>
                    <a:pt x="594" y="895"/>
                    <a:pt x="594" y="735"/>
                  </a:cubicBezTo>
                  <a:lnTo>
                    <a:pt x="594" y="302"/>
                  </a:lnTo>
                  <a:cubicBezTo>
                    <a:pt x="594" y="142"/>
                    <a:pt x="461" y="1"/>
                    <a:pt x="293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2" name="Google Shape;392;p35"/>
            <p:cNvSpPr/>
            <p:nvPr/>
          </p:nvSpPr>
          <p:spPr>
            <a:xfrm>
              <a:off x="7945936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2" y="895"/>
                    <a:pt x="602" y="735"/>
                  </a:cubicBezTo>
                  <a:lnTo>
                    <a:pt x="602" y="302"/>
                  </a:lnTo>
                  <a:cubicBezTo>
                    <a:pt x="602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3" name="Google Shape;393;p35"/>
            <p:cNvSpPr/>
            <p:nvPr/>
          </p:nvSpPr>
          <p:spPr>
            <a:xfrm>
              <a:off x="8032135" y="2902086"/>
              <a:ext cx="51059" cy="87808"/>
            </a:xfrm>
            <a:custGeom>
              <a:avLst/>
              <a:gdLst/>
              <a:ahLst/>
              <a:cxnLst/>
              <a:rect l="l" t="t" r="r" b="b"/>
              <a:pathLst>
                <a:path w="603" h="1037" extrusionOk="0">
                  <a:moveTo>
                    <a:pt x="301" y="1"/>
                  </a:moveTo>
                  <a:cubicBezTo>
                    <a:pt x="133" y="1"/>
                    <a:pt x="0" y="142"/>
                    <a:pt x="0" y="302"/>
                  </a:cubicBezTo>
                  <a:lnTo>
                    <a:pt x="0" y="735"/>
                  </a:lnTo>
                  <a:cubicBezTo>
                    <a:pt x="0" y="895"/>
                    <a:pt x="133" y="1037"/>
                    <a:pt x="301" y="1037"/>
                  </a:cubicBezTo>
                  <a:cubicBezTo>
                    <a:pt x="461" y="1037"/>
                    <a:pt x="602" y="895"/>
                    <a:pt x="602" y="735"/>
                  </a:cubicBezTo>
                  <a:lnTo>
                    <a:pt x="602" y="302"/>
                  </a:lnTo>
                  <a:cubicBezTo>
                    <a:pt x="602" y="142"/>
                    <a:pt x="461" y="1"/>
                    <a:pt x="301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7095801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3"/>
                    <a:pt x="0" y="329"/>
                  </a:cubicBezTo>
                  <a:lnTo>
                    <a:pt x="0" y="789"/>
                  </a:lnTo>
                  <a:cubicBezTo>
                    <a:pt x="0" y="966"/>
                    <a:pt x="151" y="1108"/>
                    <a:pt x="328" y="1108"/>
                  </a:cubicBezTo>
                  <a:cubicBezTo>
                    <a:pt x="505" y="1108"/>
                    <a:pt x="646" y="966"/>
                    <a:pt x="646" y="789"/>
                  </a:cubicBezTo>
                  <a:lnTo>
                    <a:pt x="646" y="329"/>
                  </a:lnTo>
                  <a:cubicBezTo>
                    <a:pt x="646" y="143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7188689" y="2367538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1"/>
                  </a:moveTo>
                  <a:cubicBezTo>
                    <a:pt x="143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3" y="1108"/>
                    <a:pt x="329" y="1108"/>
                  </a:cubicBezTo>
                  <a:cubicBezTo>
                    <a:pt x="50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506" y="1"/>
                    <a:pt x="32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6" name="Google Shape;396;p35"/>
            <p:cNvSpPr/>
            <p:nvPr/>
          </p:nvSpPr>
          <p:spPr>
            <a:xfrm>
              <a:off x="7374635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19" y="1108"/>
                  </a:cubicBezTo>
                  <a:cubicBezTo>
                    <a:pt x="49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7" name="Google Shape;397;p35"/>
            <p:cNvSpPr/>
            <p:nvPr/>
          </p:nvSpPr>
          <p:spPr>
            <a:xfrm>
              <a:off x="7095801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0" y="151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28"/>
                  </a:lnTo>
                  <a:cubicBezTo>
                    <a:pt x="646" y="151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7281662" y="2495057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0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399" name="Google Shape;399;p35"/>
            <p:cNvSpPr/>
            <p:nvPr/>
          </p:nvSpPr>
          <p:spPr>
            <a:xfrm>
              <a:off x="7374635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7095801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51" y="1098"/>
                    <a:pt x="328" y="1098"/>
                  </a:cubicBezTo>
                  <a:cubicBezTo>
                    <a:pt x="505" y="1098"/>
                    <a:pt x="646" y="956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1" name="Google Shape;401;p35"/>
            <p:cNvSpPr/>
            <p:nvPr/>
          </p:nvSpPr>
          <p:spPr>
            <a:xfrm>
              <a:off x="7188689" y="2623254"/>
              <a:ext cx="54869" cy="92973"/>
            </a:xfrm>
            <a:custGeom>
              <a:avLst/>
              <a:gdLst/>
              <a:ahLst/>
              <a:cxnLst/>
              <a:rect l="l" t="t" r="r" b="b"/>
              <a:pathLst>
                <a:path w="648" h="109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3" y="1098"/>
                    <a:pt x="329" y="1098"/>
                  </a:cubicBezTo>
                  <a:cubicBezTo>
                    <a:pt x="50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2" name="Google Shape;402;p35"/>
            <p:cNvSpPr/>
            <p:nvPr/>
          </p:nvSpPr>
          <p:spPr>
            <a:xfrm>
              <a:off x="7374635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098"/>
                    <a:pt x="319" y="1098"/>
                  </a:cubicBezTo>
                  <a:cubicBezTo>
                    <a:pt x="49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7095801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51" y="1107"/>
                    <a:pt x="328" y="1107"/>
                  </a:cubicBezTo>
                  <a:cubicBezTo>
                    <a:pt x="505" y="1107"/>
                    <a:pt x="646" y="956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7281662" y="2750688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0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7374635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7095801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7"/>
                    <a:pt x="151" y="1107"/>
                    <a:pt x="328" y="1107"/>
                  </a:cubicBezTo>
                  <a:cubicBezTo>
                    <a:pt x="505" y="1107"/>
                    <a:pt x="646" y="957"/>
                    <a:pt x="646" y="779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7374635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8742811" y="2367538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19" y="1108"/>
                  </a:cubicBezTo>
                  <a:cubicBezTo>
                    <a:pt x="496" y="1108"/>
                    <a:pt x="638" y="966"/>
                    <a:pt x="638" y="789"/>
                  </a:cubicBezTo>
                  <a:lnTo>
                    <a:pt x="638" y="329"/>
                  </a:lnTo>
                  <a:cubicBezTo>
                    <a:pt x="638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8927995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42" y="1"/>
                    <a:pt x="1" y="143"/>
                    <a:pt x="1" y="329"/>
                  </a:cubicBezTo>
                  <a:lnTo>
                    <a:pt x="1" y="789"/>
                  </a:lnTo>
                  <a:cubicBezTo>
                    <a:pt x="1" y="966"/>
                    <a:pt x="142" y="1108"/>
                    <a:pt x="328" y="1108"/>
                  </a:cubicBezTo>
                  <a:cubicBezTo>
                    <a:pt x="505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9020968" y="2367538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3"/>
                    <a:pt x="0" y="329"/>
                  </a:cubicBezTo>
                  <a:lnTo>
                    <a:pt x="0" y="789"/>
                  </a:lnTo>
                  <a:cubicBezTo>
                    <a:pt x="0" y="966"/>
                    <a:pt x="142" y="1108"/>
                    <a:pt x="319" y="1108"/>
                  </a:cubicBezTo>
                  <a:cubicBezTo>
                    <a:pt x="496" y="1108"/>
                    <a:pt x="647" y="966"/>
                    <a:pt x="647" y="789"/>
                  </a:cubicBezTo>
                  <a:lnTo>
                    <a:pt x="647" y="329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8742811" y="2495057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19" y="0"/>
                  </a:moveTo>
                  <a:cubicBezTo>
                    <a:pt x="142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8835022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1" y="151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51" y="1107"/>
                    <a:pt x="328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9020968" y="2495057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51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51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8742811" y="2623254"/>
              <a:ext cx="54107" cy="92973"/>
            </a:xfrm>
            <a:custGeom>
              <a:avLst/>
              <a:gdLst/>
              <a:ahLst/>
              <a:cxnLst/>
              <a:rect l="l" t="t" r="r" b="b"/>
              <a:pathLst>
                <a:path w="639" h="109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098"/>
                    <a:pt x="319" y="1098"/>
                  </a:cubicBezTo>
                  <a:cubicBezTo>
                    <a:pt x="496" y="1098"/>
                    <a:pt x="638" y="956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9020968" y="2623254"/>
              <a:ext cx="54785" cy="92973"/>
            </a:xfrm>
            <a:custGeom>
              <a:avLst/>
              <a:gdLst/>
              <a:ahLst/>
              <a:cxnLst/>
              <a:rect l="l" t="t" r="r" b="b"/>
              <a:pathLst>
                <a:path w="647" h="109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098"/>
                    <a:pt x="319" y="1098"/>
                  </a:cubicBezTo>
                  <a:cubicBezTo>
                    <a:pt x="496" y="1098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835022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51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8927995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28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9020968" y="2750688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8742811" y="2878123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19" y="1107"/>
                  </a:cubicBezTo>
                  <a:cubicBezTo>
                    <a:pt x="496" y="1107"/>
                    <a:pt x="638" y="957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927995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7"/>
                    <a:pt x="142" y="1107"/>
                    <a:pt x="328" y="1107"/>
                  </a:cubicBezTo>
                  <a:cubicBezTo>
                    <a:pt x="505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9020968" y="2878123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8742811" y="3005557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19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496" y="1107"/>
                    <a:pt x="638" y="965"/>
                    <a:pt x="638" y="788"/>
                  </a:cubicBezTo>
                  <a:lnTo>
                    <a:pt x="638" y="319"/>
                  </a:lnTo>
                  <a:cubicBezTo>
                    <a:pt x="638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8835022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51" y="1107"/>
                    <a:pt x="328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9020968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8835022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51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892799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9020968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8250257" y="2321052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43"/>
                    <a:pt x="1" y="320"/>
                  </a:cubicBezTo>
                  <a:lnTo>
                    <a:pt x="1" y="780"/>
                  </a:lnTo>
                  <a:cubicBezTo>
                    <a:pt x="1" y="957"/>
                    <a:pt x="142" y="1108"/>
                    <a:pt x="320" y="1108"/>
                  </a:cubicBezTo>
                  <a:cubicBezTo>
                    <a:pt x="497" y="1108"/>
                    <a:pt x="638" y="957"/>
                    <a:pt x="638" y="780"/>
                  </a:cubicBezTo>
                  <a:lnTo>
                    <a:pt x="638" y="320"/>
                  </a:lnTo>
                  <a:cubicBezTo>
                    <a:pt x="638" y="143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8435441" y="232105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3"/>
                    <a:pt x="1" y="320"/>
                  </a:cubicBezTo>
                  <a:lnTo>
                    <a:pt x="1" y="780"/>
                  </a:lnTo>
                  <a:cubicBezTo>
                    <a:pt x="1" y="957"/>
                    <a:pt x="142" y="1108"/>
                    <a:pt x="319" y="1108"/>
                  </a:cubicBezTo>
                  <a:cubicBezTo>
                    <a:pt x="505" y="1108"/>
                    <a:pt x="647" y="957"/>
                    <a:pt x="647" y="780"/>
                  </a:cubicBezTo>
                  <a:lnTo>
                    <a:pt x="647" y="320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8528414" y="232105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3"/>
                    <a:pt x="0" y="320"/>
                  </a:cubicBezTo>
                  <a:lnTo>
                    <a:pt x="0" y="780"/>
                  </a:lnTo>
                  <a:cubicBezTo>
                    <a:pt x="0" y="957"/>
                    <a:pt x="142" y="1108"/>
                    <a:pt x="319" y="1108"/>
                  </a:cubicBezTo>
                  <a:cubicBezTo>
                    <a:pt x="496" y="1108"/>
                    <a:pt x="647" y="957"/>
                    <a:pt x="647" y="780"/>
                  </a:cubicBezTo>
                  <a:lnTo>
                    <a:pt x="647" y="320"/>
                  </a:lnTo>
                  <a:cubicBezTo>
                    <a:pt x="647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8250257" y="2448571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42" y="1107"/>
                    <a:pt x="320" y="1107"/>
                  </a:cubicBezTo>
                  <a:cubicBezTo>
                    <a:pt x="497" y="1107"/>
                    <a:pt x="638" y="956"/>
                    <a:pt x="638" y="779"/>
                  </a:cubicBezTo>
                  <a:lnTo>
                    <a:pt x="638" y="319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8342468" y="2448571"/>
              <a:ext cx="54869" cy="93735"/>
            </a:xfrm>
            <a:custGeom>
              <a:avLst/>
              <a:gdLst/>
              <a:ahLst/>
              <a:cxnLst/>
              <a:rect l="l" t="t" r="r" b="b"/>
              <a:pathLst>
                <a:path w="648" h="1107" extrusionOk="0">
                  <a:moveTo>
                    <a:pt x="328" y="0"/>
                  </a:moveTo>
                  <a:cubicBezTo>
                    <a:pt x="151" y="0"/>
                    <a:pt x="1" y="142"/>
                    <a:pt x="1" y="319"/>
                  </a:cubicBezTo>
                  <a:lnTo>
                    <a:pt x="1" y="779"/>
                  </a:lnTo>
                  <a:cubicBezTo>
                    <a:pt x="1" y="956"/>
                    <a:pt x="151" y="1107"/>
                    <a:pt x="328" y="1107"/>
                  </a:cubicBezTo>
                  <a:cubicBezTo>
                    <a:pt x="505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8528414" y="2448571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19"/>
                  </a:cubicBezTo>
                  <a:lnTo>
                    <a:pt x="0" y="779"/>
                  </a:lnTo>
                  <a:cubicBezTo>
                    <a:pt x="0" y="956"/>
                    <a:pt x="142" y="1107"/>
                    <a:pt x="319" y="1107"/>
                  </a:cubicBezTo>
                  <a:cubicBezTo>
                    <a:pt x="496" y="1107"/>
                    <a:pt x="647" y="956"/>
                    <a:pt x="647" y="779"/>
                  </a:cubicBezTo>
                  <a:lnTo>
                    <a:pt x="647" y="319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8250257" y="2576006"/>
              <a:ext cx="54107" cy="93735"/>
            </a:xfrm>
            <a:custGeom>
              <a:avLst/>
              <a:gdLst/>
              <a:ahLst/>
              <a:cxnLst/>
              <a:rect l="l" t="t" r="r" b="b"/>
              <a:pathLst>
                <a:path w="639" h="1107" extrusionOk="0">
                  <a:moveTo>
                    <a:pt x="320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497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8435441" y="2576006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19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8528414" y="2576006"/>
              <a:ext cx="54785" cy="93735"/>
            </a:xfrm>
            <a:custGeom>
              <a:avLst/>
              <a:gdLst/>
              <a:ahLst/>
              <a:cxnLst/>
              <a:rect l="l" t="t" r="r" b="b"/>
              <a:pathLst>
                <a:path w="647" h="1107" extrusionOk="0">
                  <a:moveTo>
                    <a:pt x="319" y="0"/>
                  </a:moveTo>
                  <a:cubicBezTo>
                    <a:pt x="142" y="0"/>
                    <a:pt x="0" y="142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8250257" y="2703440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28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497" y="1107"/>
                    <a:pt x="638" y="965"/>
                    <a:pt x="638" y="788"/>
                  </a:cubicBezTo>
                  <a:lnTo>
                    <a:pt x="638" y="328"/>
                  </a:lnTo>
                  <a:cubicBezTo>
                    <a:pt x="638" y="142"/>
                    <a:pt x="497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8" name="Google Shape;438;p35"/>
            <p:cNvSpPr/>
            <p:nvPr/>
          </p:nvSpPr>
          <p:spPr>
            <a:xfrm>
              <a:off x="8528414" y="2703440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0"/>
                  </a:moveTo>
                  <a:cubicBezTo>
                    <a:pt x="142" y="0"/>
                    <a:pt x="0" y="142"/>
                    <a:pt x="0" y="328"/>
                  </a:cubicBezTo>
                  <a:lnTo>
                    <a:pt x="0" y="788"/>
                  </a:lnTo>
                  <a:cubicBezTo>
                    <a:pt x="0" y="965"/>
                    <a:pt x="142" y="1107"/>
                    <a:pt x="319" y="1107"/>
                  </a:cubicBezTo>
                  <a:cubicBezTo>
                    <a:pt x="496" y="1107"/>
                    <a:pt x="647" y="965"/>
                    <a:pt x="647" y="788"/>
                  </a:cubicBezTo>
                  <a:lnTo>
                    <a:pt x="647" y="328"/>
                  </a:lnTo>
                  <a:cubicBezTo>
                    <a:pt x="647" y="142"/>
                    <a:pt x="496" y="0"/>
                    <a:pt x="31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8250257" y="2830875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51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497" y="1107"/>
                    <a:pt x="638" y="966"/>
                    <a:pt x="638" y="789"/>
                  </a:cubicBezTo>
                  <a:lnTo>
                    <a:pt x="638" y="328"/>
                  </a:lnTo>
                  <a:cubicBezTo>
                    <a:pt x="638" y="151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8342468" y="2830875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8" y="1"/>
                  </a:moveTo>
                  <a:cubicBezTo>
                    <a:pt x="151" y="1"/>
                    <a:pt x="1" y="151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51" y="1107"/>
                    <a:pt x="328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51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8528414" y="2830875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51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51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8250257" y="2959071"/>
              <a:ext cx="54107" cy="93058"/>
            </a:xfrm>
            <a:custGeom>
              <a:avLst/>
              <a:gdLst/>
              <a:ahLst/>
              <a:cxnLst/>
              <a:rect l="l" t="t" r="r" b="b"/>
              <a:pathLst>
                <a:path w="639" h="1099" extrusionOk="0">
                  <a:moveTo>
                    <a:pt x="320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098"/>
                    <a:pt x="320" y="1098"/>
                  </a:cubicBezTo>
                  <a:cubicBezTo>
                    <a:pt x="497" y="1098"/>
                    <a:pt x="638" y="957"/>
                    <a:pt x="638" y="780"/>
                  </a:cubicBezTo>
                  <a:lnTo>
                    <a:pt x="638" y="319"/>
                  </a:lnTo>
                  <a:cubicBezTo>
                    <a:pt x="638" y="142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8342468" y="2959071"/>
              <a:ext cx="54869" cy="93058"/>
            </a:xfrm>
            <a:custGeom>
              <a:avLst/>
              <a:gdLst/>
              <a:ahLst/>
              <a:cxnLst/>
              <a:rect l="l" t="t" r="r" b="b"/>
              <a:pathLst>
                <a:path w="648" h="1099" extrusionOk="0">
                  <a:moveTo>
                    <a:pt x="328" y="1"/>
                  </a:moveTo>
                  <a:cubicBezTo>
                    <a:pt x="151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51" y="1098"/>
                    <a:pt x="328" y="1098"/>
                  </a:cubicBezTo>
                  <a:cubicBezTo>
                    <a:pt x="505" y="1098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8435441" y="2959071"/>
              <a:ext cx="54785" cy="93058"/>
            </a:xfrm>
            <a:custGeom>
              <a:avLst/>
              <a:gdLst/>
              <a:ahLst/>
              <a:cxnLst/>
              <a:rect l="l" t="t" r="r" b="b"/>
              <a:pathLst>
                <a:path w="647" h="1099" extrusionOk="0">
                  <a:moveTo>
                    <a:pt x="319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098"/>
                    <a:pt x="319" y="1098"/>
                  </a:cubicBezTo>
                  <a:cubicBezTo>
                    <a:pt x="505" y="1098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8250257" y="3086506"/>
              <a:ext cx="54107" cy="93820"/>
            </a:xfrm>
            <a:custGeom>
              <a:avLst/>
              <a:gdLst/>
              <a:ahLst/>
              <a:cxnLst/>
              <a:rect l="l" t="t" r="r" b="b"/>
              <a:pathLst>
                <a:path w="639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19"/>
                  </a:cubicBezTo>
                  <a:lnTo>
                    <a:pt x="1" y="780"/>
                  </a:lnTo>
                  <a:cubicBezTo>
                    <a:pt x="1" y="957"/>
                    <a:pt x="142" y="1107"/>
                    <a:pt x="320" y="1107"/>
                  </a:cubicBezTo>
                  <a:cubicBezTo>
                    <a:pt x="497" y="1107"/>
                    <a:pt x="638" y="957"/>
                    <a:pt x="638" y="780"/>
                  </a:cubicBezTo>
                  <a:lnTo>
                    <a:pt x="638" y="319"/>
                  </a:lnTo>
                  <a:cubicBezTo>
                    <a:pt x="638" y="142"/>
                    <a:pt x="497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8528414" y="3086506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0" y="142"/>
                    <a:pt x="0" y="319"/>
                  </a:cubicBezTo>
                  <a:lnTo>
                    <a:pt x="0" y="780"/>
                  </a:lnTo>
                  <a:cubicBezTo>
                    <a:pt x="0" y="957"/>
                    <a:pt x="142" y="1107"/>
                    <a:pt x="319" y="1107"/>
                  </a:cubicBezTo>
                  <a:cubicBezTo>
                    <a:pt x="496" y="1107"/>
                    <a:pt x="647" y="957"/>
                    <a:pt x="647" y="780"/>
                  </a:cubicBezTo>
                  <a:lnTo>
                    <a:pt x="647" y="319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5630165" y="2675667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8" name="Google Shape;448;p35"/>
            <p:cNvSpPr/>
            <p:nvPr/>
          </p:nvSpPr>
          <p:spPr>
            <a:xfrm>
              <a:off x="5726864" y="2675667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5920261" y="2675667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0" name="Google Shape;450;p35"/>
            <p:cNvSpPr/>
            <p:nvPr/>
          </p:nvSpPr>
          <p:spPr>
            <a:xfrm>
              <a:off x="5630165" y="2808351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5823562" y="2808351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5920261" y="2808351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5630165" y="2941798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4" name="Google Shape;454;p35"/>
            <p:cNvSpPr/>
            <p:nvPr/>
          </p:nvSpPr>
          <p:spPr>
            <a:xfrm>
              <a:off x="5823562" y="294179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5920261" y="294179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6" name="Google Shape;456;p35"/>
            <p:cNvSpPr/>
            <p:nvPr/>
          </p:nvSpPr>
          <p:spPr>
            <a:xfrm>
              <a:off x="5630165" y="3074482"/>
              <a:ext cx="56986" cy="98308"/>
            </a:xfrm>
            <a:custGeom>
              <a:avLst/>
              <a:gdLst/>
              <a:ahLst/>
              <a:cxnLst/>
              <a:rect l="l" t="t" r="r" b="b"/>
              <a:pathLst>
                <a:path w="673" h="1161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1"/>
                    <a:pt x="336" y="1161"/>
                  </a:cubicBezTo>
                  <a:cubicBezTo>
                    <a:pt x="522" y="1161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7" name="Google Shape;457;p35"/>
            <p:cNvSpPr/>
            <p:nvPr/>
          </p:nvSpPr>
          <p:spPr>
            <a:xfrm>
              <a:off x="5920261" y="3074482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1"/>
                    <a:pt x="337" y="1161"/>
                  </a:cubicBezTo>
                  <a:cubicBezTo>
                    <a:pt x="523" y="1161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8" name="Google Shape;458;p35"/>
            <p:cNvSpPr/>
            <p:nvPr/>
          </p:nvSpPr>
          <p:spPr>
            <a:xfrm>
              <a:off x="5630165" y="3207928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5823562" y="320792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0" name="Google Shape;460;p35"/>
            <p:cNvSpPr/>
            <p:nvPr/>
          </p:nvSpPr>
          <p:spPr>
            <a:xfrm>
              <a:off x="5920261" y="3207928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1" name="Google Shape;461;p35"/>
            <p:cNvSpPr/>
            <p:nvPr/>
          </p:nvSpPr>
          <p:spPr>
            <a:xfrm>
              <a:off x="5630165" y="3341375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6" y="1152"/>
                  </a:cubicBezTo>
                  <a:cubicBezTo>
                    <a:pt x="522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1"/>
                    <a:pt x="336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2" name="Google Shape;462;p35"/>
            <p:cNvSpPr/>
            <p:nvPr/>
          </p:nvSpPr>
          <p:spPr>
            <a:xfrm>
              <a:off x="5823562" y="3341375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5920261" y="3341375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1"/>
                  </a:moveTo>
                  <a:cubicBezTo>
                    <a:pt x="151" y="1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2"/>
                    <a:pt x="337" y="1152"/>
                  </a:cubicBezTo>
                  <a:cubicBezTo>
                    <a:pt x="523" y="1152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1"/>
                    <a:pt x="337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5630165" y="3474144"/>
              <a:ext cx="56986" cy="98223"/>
            </a:xfrm>
            <a:custGeom>
              <a:avLst/>
              <a:gdLst/>
              <a:ahLst/>
              <a:cxnLst/>
              <a:rect l="l" t="t" r="r" b="b"/>
              <a:pathLst>
                <a:path w="673" h="1160" extrusionOk="0">
                  <a:moveTo>
                    <a:pt x="336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6" y="1160"/>
                  </a:cubicBezTo>
                  <a:cubicBezTo>
                    <a:pt x="522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5726864" y="3474144"/>
              <a:ext cx="57071" cy="98223"/>
            </a:xfrm>
            <a:custGeom>
              <a:avLst/>
              <a:gdLst/>
              <a:ahLst/>
              <a:cxnLst/>
              <a:rect l="l" t="t" r="r" b="b"/>
              <a:pathLst>
                <a:path w="674" h="1160" extrusionOk="0">
                  <a:moveTo>
                    <a:pt x="337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7" y="1160"/>
                  </a:cubicBezTo>
                  <a:cubicBezTo>
                    <a:pt x="523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5823562" y="3474144"/>
              <a:ext cx="57071" cy="98223"/>
            </a:xfrm>
            <a:custGeom>
              <a:avLst/>
              <a:gdLst/>
              <a:ahLst/>
              <a:cxnLst/>
              <a:rect l="l" t="t" r="r" b="b"/>
              <a:pathLst>
                <a:path w="674" h="1160" extrusionOk="0">
                  <a:moveTo>
                    <a:pt x="337" y="0"/>
                  </a:moveTo>
                  <a:cubicBezTo>
                    <a:pt x="151" y="0"/>
                    <a:pt x="0" y="151"/>
                    <a:pt x="0" y="336"/>
                  </a:cubicBezTo>
                  <a:lnTo>
                    <a:pt x="0" y="823"/>
                  </a:lnTo>
                  <a:cubicBezTo>
                    <a:pt x="0" y="1009"/>
                    <a:pt x="151" y="1160"/>
                    <a:pt x="337" y="1160"/>
                  </a:cubicBezTo>
                  <a:cubicBezTo>
                    <a:pt x="523" y="1160"/>
                    <a:pt x="673" y="1009"/>
                    <a:pt x="673" y="823"/>
                  </a:cubicBezTo>
                  <a:lnTo>
                    <a:pt x="673" y="336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6599437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6793681" y="2324862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6890380" y="2324862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6599437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6696898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890380" y="245830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599437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4" name="Google Shape;474;p35"/>
            <p:cNvSpPr/>
            <p:nvPr/>
          </p:nvSpPr>
          <p:spPr>
            <a:xfrm>
              <a:off x="6696898" y="2590993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6599437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6696898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6890380" y="2724439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6599437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24"/>
                  </a:lnTo>
                  <a:cubicBezTo>
                    <a:pt x="1" y="1010"/>
                    <a:pt x="151" y="1160"/>
                    <a:pt x="337" y="1160"/>
                  </a:cubicBezTo>
                  <a:cubicBezTo>
                    <a:pt x="523" y="1160"/>
                    <a:pt x="674" y="1010"/>
                    <a:pt x="674" y="824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6793681" y="2857124"/>
              <a:ext cx="56986" cy="98308"/>
            </a:xfrm>
            <a:custGeom>
              <a:avLst/>
              <a:gdLst/>
              <a:ahLst/>
              <a:cxnLst/>
              <a:rect l="l" t="t" r="r" b="b"/>
              <a:pathLst>
                <a:path w="673" h="1161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0"/>
                    <a:pt x="336" y="1160"/>
                  </a:cubicBezTo>
                  <a:cubicBezTo>
                    <a:pt x="522" y="1160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6890380" y="2857124"/>
              <a:ext cx="57071" cy="98308"/>
            </a:xfrm>
            <a:custGeom>
              <a:avLst/>
              <a:gdLst/>
              <a:ahLst/>
              <a:cxnLst/>
              <a:rect l="l" t="t" r="r" b="b"/>
              <a:pathLst>
                <a:path w="674" h="1161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24"/>
                  </a:lnTo>
                  <a:cubicBezTo>
                    <a:pt x="0" y="1010"/>
                    <a:pt x="151" y="1160"/>
                    <a:pt x="337" y="1160"/>
                  </a:cubicBezTo>
                  <a:cubicBezTo>
                    <a:pt x="523" y="1160"/>
                    <a:pt x="673" y="1010"/>
                    <a:pt x="673" y="824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sp>
        <p:nvSpPr>
          <p:cNvPr id="481" name="Google Shape;481;p35"/>
          <p:cNvSpPr txBox="1">
            <a:spLocks noGrp="1"/>
          </p:cNvSpPr>
          <p:nvPr>
            <p:ph type="ctrTitle"/>
          </p:nvPr>
        </p:nvSpPr>
        <p:spPr>
          <a:xfrm>
            <a:off x="715102" y="535000"/>
            <a:ext cx="7713900" cy="1601700"/>
          </a:xfrm>
          <a:prstGeom prst="rect">
            <a:avLst/>
          </a:prstGeom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/>
            <a:r>
              <a:rPr lang="en" sz="4400" dirty="0">
                <a:latin typeface="Montserrat Black"/>
                <a:ea typeface="Montserrat Black"/>
                <a:cs typeface="Montserrat Black"/>
                <a:sym typeface="Montserrat Black"/>
              </a:rPr>
              <a:t>ADMINISTRACIÓN DE FINCAS </a:t>
            </a:r>
            <a:br>
              <a:rPr lang="en" sz="4400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br>
              <a:rPr lang="en" sz="4400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" sz="2400" dirty="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RAÚL PALOMO Y PABLO GALARÓN</a:t>
            </a:r>
            <a:endParaRPr sz="2400" dirty="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2" name="Google Shape;482;p35"/>
          <p:cNvGrpSpPr/>
          <p:nvPr/>
        </p:nvGrpSpPr>
        <p:grpSpPr>
          <a:xfrm>
            <a:off x="7664084" y="3889965"/>
            <a:ext cx="1737563" cy="1262756"/>
            <a:chOff x="6174370" y="2349926"/>
            <a:chExt cx="2048288" cy="1488571"/>
          </a:xfrm>
        </p:grpSpPr>
        <p:sp>
          <p:nvSpPr>
            <p:cNvPr id="483" name="Google Shape;483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499" name="Google Shape;499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6" name="Google Shape;536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7" name="Google Shape;537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39" name="Google Shape;539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0" name="Google Shape;540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1" name="Google Shape;541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2" name="Google Shape;542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3" name="Google Shape;543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4" name="Google Shape;544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49" name="Google Shape;549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2" name="Google Shape;552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4" name="Google Shape;554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8" name="Google Shape;558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59" name="Google Shape;559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3" name="Google Shape;563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4" name="Google Shape;564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5" name="Google Shape;565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69" name="Google Shape;569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0" name="Google Shape;570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1" name="Google Shape;571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2" name="Google Shape;572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3" name="Google Shape;573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4" name="Google Shape;574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5" name="Google Shape;575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6" name="Google Shape;576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4" name="Google Shape;584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5" name="Google Shape;585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6" name="Google Shape;586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592" name="Google Shape;592;p35"/>
          <p:cNvGrpSpPr/>
          <p:nvPr/>
        </p:nvGrpSpPr>
        <p:grpSpPr>
          <a:xfrm>
            <a:off x="6079738" y="3889965"/>
            <a:ext cx="1737563" cy="1262756"/>
            <a:chOff x="6174370" y="2349926"/>
            <a:chExt cx="2048288" cy="1488571"/>
          </a:xfrm>
        </p:grpSpPr>
        <p:sp>
          <p:nvSpPr>
            <p:cNvPr id="593" name="Google Shape;593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8" name="Google Shape;598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599" name="Google Shape;599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0" name="Google Shape;600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1" name="Google Shape;601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2" name="Google Shape;602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6" name="Google Shape;606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7" name="Google Shape;607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8" name="Google Shape;608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0" name="Google Shape;610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1" name="Google Shape;611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2" name="Google Shape;612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5" name="Google Shape;615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8" name="Google Shape;618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19" name="Google Shape;619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1" name="Google Shape;631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2" name="Google Shape;632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3" name="Google Shape;633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4" name="Google Shape;634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5" name="Google Shape;635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6" name="Google Shape;636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7" name="Google Shape;637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8" name="Google Shape;638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39" name="Google Shape;639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0" name="Google Shape;640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1" name="Google Shape;641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2" name="Google Shape;642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3" name="Google Shape;643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4" name="Google Shape;644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5" name="Google Shape;645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6" name="Google Shape;646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2" name="Google Shape;652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4" name="Google Shape;654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5" name="Google Shape;655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5" name="Google Shape;665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6" name="Google Shape;666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7" name="Google Shape;667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7" name="Google Shape;677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2" name="Google Shape;682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3" name="Google Shape;683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4" name="Google Shape;684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5" name="Google Shape;685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8" name="Google Shape;688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89" name="Google Shape;689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2" name="Google Shape;692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3" name="Google Shape;693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4" name="Google Shape;694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5" name="Google Shape;695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6" name="Google Shape;696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7" name="Google Shape;697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8" name="Google Shape;698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699" name="Google Shape;699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00" name="Google Shape;700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01" name="Google Shape;701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702" name="Google Shape;702;p35"/>
          <p:cNvGrpSpPr/>
          <p:nvPr/>
        </p:nvGrpSpPr>
        <p:grpSpPr>
          <a:xfrm>
            <a:off x="7592856" y="4248836"/>
            <a:ext cx="294018" cy="904043"/>
            <a:chOff x="7914437" y="2489807"/>
            <a:chExt cx="408642" cy="1256488"/>
          </a:xfrm>
        </p:grpSpPr>
        <p:sp>
          <p:nvSpPr>
            <p:cNvPr id="703" name="Google Shape;703;p35"/>
            <p:cNvSpPr/>
            <p:nvPr/>
          </p:nvSpPr>
          <p:spPr>
            <a:xfrm>
              <a:off x="7914437" y="2489807"/>
              <a:ext cx="408642" cy="949884"/>
            </a:xfrm>
            <a:custGeom>
              <a:avLst/>
              <a:gdLst/>
              <a:ahLst/>
              <a:cxnLst/>
              <a:rect l="l" t="t" r="r" b="b"/>
              <a:pathLst>
                <a:path w="4826" h="11218" extrusionOk="0">
                  <a:moveTo>
                    <a:pt x="2409" y="0"/>
                  </a:moveTo>
                  <a:cubicBezTo>
                    <a:pt x="1992" y="0"/>
                    <a:pt x="0" y="4843"/>
                    <a:pt x="0" y="7942"/>
                  </a:cubicBezTo>
                  <a:cubicBezTo>
                    <a:pt x="0" y="11041"/>
                    <a:pt x="1080" y="11218"/>
                    <a:pt x="2409" y="11218"/>
                  </a:cubicBezTo>
                  <a:cubicBezTo>
                    <a:pt x="3745" y="11218"/>
                    <a:pt x="4826" y="11041"/>
                    <a:pt x="4826" y="7942"/>
                  </a:cubicBezTo>
                  <a:cubicBezTo>
                    <a:pt x="4826" y="4843"/>
                    <a:pt x="2833" y="0"/>
                    <a:pt x="2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grpSp>
          <p:nvGrpSpPr>
            <p:cNvPr id="704" name="Google Shape;704;p35"/>
            <p:cNvGrpSpPr/>
            <p:nvPr/>
          </p:nvGrpSpPr>
          <p:grpSpPr>
            <a:xfrm>
              <a:off x="8015624" y="2908097"/>
              <a:ext cx="222780" cy="838198"/>
              <a:chOff x="8015624" y="2908097"/>
              <a:chExt cx="222780" cy="838198"/>
            </a:xfrm>
          </p:grpSpPr>
          <p:sp>
            <p:nvSpPr>
              <p:cNvPr id="705" name="Google Shape;705;p35"/>
              <p:cNvSpPr/>
              <p:nvPr/>
            </p:nvSpPr>
            <p:spPr>
              <a:xfrm>
                <a:off x="8110121" y="2908097"/>
                <a:ext cx="17274" cy="83819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9899" extrusionOk="0">
                    <a:moveTo>
                      <a:pt x="0" y="0"/>
                    </a:moveTo>
                    <a:lnTo>
                      <a:pt x="0" y="9899"/>
                    </a:lnTo>
                    <a:lnTo>
                      <a:pt x="204" y="9899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706" name="Google Shape;706;p35"/>
              <p:cNvSpPr/>
              <p:nvPr/>
            </p:nvSpPr>
            <p:spPr>
              <a:xfrm>
                <a:off x="8112322" y="3219190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89" extrusionOk="0">
                    <a:moveTo>
                      <a:pt x="1338" y="1"/>
                    </a:moveTo>
                    <a:lnTo>
                      <a:pt x="1" y="1338"/>
                    </a:lnTo>
                    <a:lnTo>
                      <a:pt x="151" y="1488"/>
                    </a:lnTo>
                    <a:lnTo>
                      <a:pt x="1488" y="151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707" name="Google Shape;707;p35"/>
              <p:cNvSpPr/>
              <p:nvPr/>
            </p:nvSpPr>
            <p:spPr>
              <a:xfrm>
                <a:off x="8015624" y="3088792"/>
                <a:ext cx="109569" cy="10948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93" extrusionOk="0">
                    <a:moveTo>
                      <a:pt x="151" y="0"/>
                    </a:moveTo>
                    <a:lnTo>
                      <a:pt x="1" y="151"/>
                    </a:lnTo>
                    <a:lnTo>
                      <a:pt x="1143" y="1293"/>
                    </a:lnTo>
                    <a:lnTo>
                      <a:pt x="1293" y="1142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708" name="Google Shape;708;p35"/>
              <p:cNvSpPr/>
              <p:nvPr/>
            </p:nvSpPr>
            <p:spPr>
              <a:xfrm>
                <a:off x="8112322" y="2924609"/>
                <a:ext cx="97546" cy="9754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152" extrusionOk="0">
                    <a:moveTo>
                      <a:pt x="1001" y="0"/>
                    </a:moveTo>
                    <a:lnTo>
                      <a:pt x="1" y="1001"/>
                    </a:lnTo>
                    <a:lnTo>
                      <a:pt x="151" y="1151"/>
                    </a:lnTo>
                    <a:lnTo>
                      <a:pt x="1152" y="15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</p:grpSp>
      </p:grpSp>
      <p:grpSp>
        <p:nvGrpSpPr>
          <p:cNvPr id="709" name="Google Shape;709;p35"/>
          <p:cNvGrpSpPr/>
          <p:nvPr/>
        </p:nvGrpSpPr>
        <p:grpSpPr>
          <a:xfrm>
            <a:off x="4495393" y="3889965"/>
            <a:ext cx="1737563" cy="1262756"/>
            <a:chOff x="6174370" y="2349926"/>
            <a:chExt cx="2048288" cy="1488571"/>
          </a:xfrm>
        </p:grpSpPr>
        <p:sp>
          <p:nvSpPr>
            <p:cNvPr id="710" name="Google Shape;710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8" name="Google Shape;738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1" name="Google Shape;741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2" name="Google Shape;742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3" name="Google Shape;743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4" name="Google Shape;744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6" name="Google Shape;746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7" name="Google Shape;747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49" name="Google Shape;749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0" name="Google Shape;750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1" name="Google Shape;751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2" name="Google Shape;752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3" name="Google Shape;753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4" name="Google Shape;754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2" name="Google Shape;762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4" name="Google Shape;764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5" name="Google Shape;765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7" name="Google Shape;767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8" name="Google Shape;768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69" name="Google Shape;769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0" name="Google Shape;770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1" name="Google Shape;771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2" name="Google Shape;772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3" name="Google Shape;773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4" name="Google Shape;774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5" name="Google Shape;775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819" name="Google Shape;819;p35"/>
          <p:cNvGrpSpPr/>
          <p:nvPr/>
        </p:nvGrpSpPr>
        <p:grpSpPr>
          <a:xfrm>
            <a:off x="2911048" y="3889965"/>
            <a:ext cx="1737563" cy="1262756"/>
            <a:chOff x="6174370" y="2349926"/>
            <a:chExt cx="2048288" cy="1488571"/>
          </a:xfrm>
        </p:grpSpPr>
        <p:sp>
          <p:nvSpPr>
            <p:cNvPr id="820" name="Google Shape;820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3" name="Google Shape;833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8" name="Google Shape;838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39" name="Google Shape;839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6" name="Google Shape;846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7" name="Google Shape;847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49" name="Google Shape;849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0" name="Google Shape;850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1" name="Google Shape;851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2" name="Google Shape;852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3" name="Google Shape;853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4" name="Google Shape;854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5" name="Google Shape;855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6" name="Google Shape;856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7" name="Google Shape;857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8" name="Google Shape;858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59" name="Google Shape;859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0" name="Google Shape;860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1" name="Google Shape;861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2" name="Google Shape;862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5" name="Google Shape;865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6" name="Google Shape;866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7" name="Google Shape;867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8" name="Google Shape;868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69" name="Google Shape;869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0" name="Google Shape;870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1" name="Google Shape;871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2" name="Google Shape;872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3" name="Google Shape;873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4" name="Google Shape;874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8" name="Google Shape;878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79" name="Google Shape;879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3" name="Google Shape;883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4" name="Google Shape;884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8" name="Google Shape;888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6" name="Google Shape;896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4" name="Google Shape;904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0" name="Google Shape;910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929" name="Google Shape;929;p35"/>
          <p:cNvGrpSpPr/>
          <p:nvPr/>
        </p:nvGrpSpPr>
        <p:grpSpPr>
          <a:xfrm>
            <a:off x="4427258" y="4248836"/>
            <a:ext cx="294018" cy="904043"/>
            <a:chOff x="7914437" y="2489807"/>
            <a:chExt cx="408642" cy="1256488"/>
          </a:xfrm>
        </p:grpSpPr>
        <p:sp>
          <p:nvSpPr>
            <p:cNvPr id="930" name="Google Shape;930;p35"/>
            <p:cNvSpPr/>
            <p:nvPr/>
          </p:nvSpPr>
          <p:spPr>
            <a:xfrm>
              <a:off x="7914437" y="2489807"/>
              <a:ext cx="408642" cy="949884"/>
            </a:xfrm>
            <a:custGeom>
              <a:avLst/>
              <a:gdLst/>
              <a:ahLst/>
              <a:cxnLst/>
              <a:rect l="l" t="t" r="r" b="b"/>
              <a:pathLst>
                <a:path w="4826" h="11218" extrusionOk="0">
                  <a:moveTo>
                    <a:pt x="2409" y="0"/>
                  </a:moveTo>
                  <a:cubicBezTo>
                    <a:pt x="1992" y="0"/>
                    <a:pt x="0" y="4843"/>
                    <a:pt x="0" y="7942"/>
                  </a:cubicBezTo>
                  <a:cubicBezTo>
                    <a:pt x="0" y="11041"/>
                    <a:pt x="1080" y="11218"/>
                    <a:pt x="2409" y="11218"/>
                  </a:cubicBezTo>
                  <a:cubicBezTo>
                    <a:pt x="3745" y="11218"/>
                    <a:pt x="4826" y="11041"/>
                    <a:pt x="4826" y="7942"/>
                  </a:cubicBezTo>
                  <a:cubicBezTo>
                    <a:pt x="4826" y="4843"/>
                    <a:pt x="2833" y="0"/>
                    <a:pt x="2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grpSp>
          <p:nvGrpSpPr>
            <p:cNvPr id="931" name="Google Shape;931;p35"/>
            <p:cNvGrpSpPr/>
            <p:nvPr/>
          </p:nvGrpSpPr>
          <p:grpSpPr>
            <a:xfrm>
              <a:off x="8015624" y="2908097"/>
              <a:ext cx="222780" cy="838198"/>
              <a:chOff x="8015624" y="2908097"/>
              <a:chExt cx="222780" cy="838198"/>
            </a:xfrm>
          </p:grpSpPr>
          <p:sp>
            <p:nvSpPr>
              <p:cNvPr id="932" name="Google Shape;932;p35"/>
              <p:cNvSpPr/>
              <p:nvPr/>
            </p:nvSpPr>
            <p:spPr>
              <a:xfrm>
                <a:off x="8110121" y="2908097"/>
                <a:ext cx="17274" cy="83819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9899" extrusionOk="0">
                    <a:moveTo>
                      <a:pt x="0" y="0"/>
                    </a:moveTo>
                    <a:lnTo>
                      <a:pt x="0" y="9899"/>
                    </a:lnTo>
                    <a:lnTo>
                      <a:pt x="204" y="9899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8112322" y="3219190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89" extrusionOk="0">
                    <a:moveTo>
                      <a:pt x="1338" y="1"/>
                    </a:moveTo>
                    <a:lnTo>
                      <a:pt x="1" y="1338"/>
                    </a:lnTo>
                    <a:lnTo>
                      <a:pt x="151" y="1488"/>
                    </a:lnTo>
                    <a:lnTo>
                      <a:pt x="1488" y="151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8015624" y="3088792"/>
                <a:ext cx="109569" cy="10948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93" extrusionOk="0">
                    <a:moveTo>
                      <a:pt x="151" y="0"/>
                    </a:moveTo>
                    <a:lnTo>
                      <a:pt x="1" y="151"/>
                    </a:lnTo>
                    <a:lnTo>
                      <a:pt x="1143" y="1293"/>
                    </a:lnTo>
                    <a:lnTo>
                      <a:pt x="1293" y="1142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8112322" y="2924609"/>
                <a:ext cx="97546" cy="9754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152" extrusionOk="0">
                    <a:moveTo>
                      <a:pt x="1001" y="0"/>
                    </a:moveTo>
                    <a:lnTo>
                      <a:pt x="1" y="1001"/>
                    </a:lnTo>
                    <a:lnTo>
                      <a:pt x="151" y="1151"/>
                    </a:lnTo>
                    <a:lnTo>
                      <a:pt x="1152" y="15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</p:grpSp>
      </p:grpSp>
      <p:grpSp>
        <p:nvGrpSpPr>
          <p:cNvPr id="936" name="Google Shape;936;p35"/>
          <p:cNvGrpSpPr/>
          <p:nvPr/>
        </p:nvGrpSpPr>
        <p:grpSpPr>
          <a:xfrm>
            <a:off x="1326703" y="3889965"/>
            <a:ext cx="1737563" cy="1262756"/>
            <a:chOff x="6174370" y="2349926"/>
            <a:chExt cx="2048288" cy="1488571"/>
          </a:xfrm>
        </p:grpSpPr>
        <p:sp>
          <p:nvSpPr>
            <p:cNvPr id="937" name="Google Shape;937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0" name="Google Shape;940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1" name="Google Shape;941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5" name="Google Shape;945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6" name="Google Shape;946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7" name="Google Shape;947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8" name="Google Shape;948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49" name="Google Shape;949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1" name="Google Shape;951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999" name="Google Shape;999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1" name="Google Shape;1031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1046" name="Google Shape;1046;p35"/>
          <p:cNvGrpSpPr/>
          <p:nvPr/>
        </p:nvGrpSpPr>
        <p:grpSpPr>
          <a:xfrm>
            <a:off x="-257645" y="3889965"/>
            <a:ext cx="1737563" cy="1262755"/>
            <a:chOff x="6174370" y="2349926"/>
            <a:chExt cx="2048288" cy="1488571"/>
          </a:xfrm>
        </p:grpSpPr>
        <p:sp>
          <p:nvSpPr>
            <p:cNvPr id="1047" name="Google Shape;1047;p35"/>
            <p:cNvSpPr/>
            <p:nvPr/>
          </p:nvSpPr>
          <p:spPr>
            <a:xfrm>
              <a:off x="7773454" y="3021307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293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8" name="Google Shape;1048;p35"/>
            <p:cNvSpPr/>
            <p:nvPr/>
          </p:nvSpPr>
          <p:spPr>
            <a:xfrm>
              <a:off x="7859653" y="3021307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5"/>
                    <a:pt x="134" y="1027"/>
                    <a:pt x="302" y="1027"/>
                  </a:cubicBezTo>
                  <a:cubicBezTo>
                    <a:pt x="461" y="1027"/>
                    <a:pt x="594" y="895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49" name="Google Shape;1049;p35"/>
            <p:cNvSpPr/>
            <p:nvPr/>
          </p:nvSpPr>
          <p:spPr>
            <a:xfrm>
              <a:off x="8032135" y="3021307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5"/>
                    <a:pt x="133" y="1027"/>
                    <a:pt x="301" y="1027"/>
                  </a:cubicBezTo>
                  <a:cubicBezTo>
                    <a:pt x="461" y="1027"/>
                    <a:pt x="602" y="895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7773454" y="3139766"/>
              <a:ext cx="50297" cy="87046"/>
            </a:xfrm>
            <a:custGeom>
              <a:avLst/>
              <a:gdLst/>
              <a:ahLst/>
              <a:cxnLst/>
              <a:rect l="l" t="t" r="r" b="b"/>
              <a:pathLst>
                <a:path w="594" h="1028" extrusionOk="0">
                  <a:moveTo>
                    <a:pt x="293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293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293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7859653" y="3139766"/>
              <a:ext cx="50382" cy="87046"/>
            </a:xfrm>
            <a:custGeom>
              <a:avLst/>
              <a:gdLst/>
              <a:ahLst/>
              <a:cxnLst/>
              <a:rect l="l" t="t" r="r" b="b"/>
              <a:pathLst>
                <a:path w="595" h="1028" extrusionOk="0">
                  <a:moveTo>
                    <a:pt x="302" y="0"/>
                  </a:moveTo>
                  <a:cubicBezTo>
                    <a:pt x="134" y="0"/>
                    <a:pt x="1" y="133"/>
                    <a:pt x="1" y="301"/>
                  </a:cubicBezTo>
                  <a:lnTo>
                    <a:pt x="1" y="726"/>
                  </a:lnTo>
                  <a:cubicBezTo>
                    <a:pt x="1" y="894"/>
                    <a:pt x="134" y="1027"/>
                    <a:pt x="302" y="1027"/>
                  </a:cubicBezTo>
                  <a:cubicBezTo>
                    <a:pt x="461" y="1027"/>
                    <a:pt x="594" y="894"/>
                    <a:pt x="594" y="726"/>
                  </a:cubicBezTo>
                  <a:lnTo>
                    <a:pt x="594" y="301"/>
                  </a:lnTo>
                  <a:cubicBezTo>
                    <a:pt x="594" y="133"/>
                    <a:pt x="461" y="0"/>
                    <a:pt x="302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7945936" y="3139766"/>
              <a:ext cx="51059" cy="87046"/>
            </a:xfrm>
            <a:custGeom>
              <a:avLst/>
              <a:gdLst/>
              <a:ahLst/>
              <a:cxnLst/>
              <a:rect l="l" t="t" r="r" b="b"/>
              <a:pathLst>
                <a:path w="603" h="1028" extrusionOk="0">
                  <a:moveTo>
                    <a:pt x="301" y="0"/>
                  </a:moveTo>
                  <a:cubicBezTo>
                    <a:pt x="133" y="0"/>
                    <a:pt x="0" y="133"/>
                    <a:pt x="0" y="301"/>
                  </a:cubicBezTo>
                  <a:lnTo>
                    <a:pt x="0" y="726"/>
                  </a:lnTo>
                  <a:cubicBezTo>
                    <a:pt x="0" y="894"/>
                    <a:pt x="133" y="1027"/>
                    <a:pt x="301" y="1027"/>
                  </a:cubicBezTo>
                  <a:cubicBezTo>
                    <a:pt x="461" y="1027"/>
                    <a:pt x="602" y="894"/>
                    <a:pt x="602" y="726"/>
                  </a:cubicBezTo>
                  <a:lnTo>
                    <a:pt x="602" y="301"/>
                  </a:lnTo>
                  <a:cubicBezTo>
                    <a:pt x="602" y="133"/>
                    <a:pt x="461" y="0"/>
                    <a:pt x="301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7095801" y="3005557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0"/>
                  </a:moveTo>
                  <a:cubicBezTo>
                    <a:pt x="151" y="0"/>
                    <a:pt x="0" y="142"/>
                    <a:pt x="0" y="319"/>
                  </a:cubicBezTo>
                  <a:lnTo>
                    <a:pt x="0" y="788"/>
                  </a:lnTo>
                  <a:cubicBezTo>
                    <a:pt x="0" y="965"/>
                    <a:pt x="151" y="1107"/>
                    <a:pt x="328" y="1107"/>
                  </a:cubicBezTo>
                  <a:cubicBezTo>
                    <a:pt x="505" y="1107"/>
                    <a:pt x="646" y="965"/>
                    <a:pt x="646" y="788"/>
                  </a:cubicBezTo>
                  <a:lnTo>
                    <a:pt x="646" y="319"/>
                  </a:lnTo>
                  <a:cubicBezTo>
                    <a:pt x="646" y="142"/>
                    <a:pt x="505" y="0"/>
                    <a:pt x="328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4" name="Google Shape;1054;p35"/>
            <p:cNvSpPr/>
            <p:nvPr/>
          </p:nvSpPr>
          <p:spPr>
            <a:xfrm>
              <a:off x="7188689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9" y="0"/>
                  </a:moveTo>
                  <a:cubicBezTo>
                    <a:pt x="143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3" y="1107"/>
                    <a:pt x="329" y="1107"/>
                  </a:cubicBezTo>
                  <a:cubicBezTo>
                    <a:pt x="506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6" y="0"/>
                    <a:pt x="329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5" name="Google Shape;1055;p35"/>
            <p:cNvSpPr/>
            <p:nvPr/>
          </p:nvSpPr>
          <p:spPr>
            <a:xfrm>
              <a:off x="7281662" y="3005557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0"/>
                  </a:moveTo>
                  <a:cubicBezTo>
                    <a:pt x="142" y="0"/>
                    <a:pt x="1" y="142"/>
                    <a:pt x="1" y="319"/>
                  </a:cubicBezTo>
                  <a:lnTo>
                    <a:pt x="1" y="788"/>
                  </a:lnTo>
                  <a:cubicBezTo>
                    <a:pt x="1" y="965"/>
                    <a:pt x="142" y="1107"/>
                    <a:pt x="320" y="1107"/>
                  </a:cubicBezTo>
                  <a:cubicBezTo>
                    <a:pt x="505" y="1107"/>
                    <a:pt x="647" y="965"/>
                    <a:pt x="647" y="788"/>
                  </a:cubicBezTo>
                  <a:lnTo>
                    <a:pt x="647" y="319"/>
                  </a:lnTo>
                  <a:cubicBezTo>
                    <a:pt x="647" y="142"/>
                    <a:pt x="505" y="0"/>
                    <a:pt x="320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7095801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28" y="1"/>
                  </a:moveTo>
                  <a:cubicBezTo>
                    <a:pt x="151" y="1"/>
                    <a:pt x="0" y="142"/>
                    <a:pt x="0" y="328"/>
                  </a:cubicBezTo>
                  <a:lnTo>
                    <a:pt x="0" y="789"/>
                  </a:lnTo>
                  <a:cubicBezTo>
                    <a:pt x="0" y="966"/>
                    <a:pt x="151" y="1107"/>
                    <a:pt x="328" y="1107"/>
                  </a:cubicBezTo>
                  <a:cubicBezTo>
                    <a:pt x="505" y="1107"/>
                    <a:pt x="646" y="966"/>
                    <a:pt x="646" y="789"/>
                  </a:cubicBezTo>
                  <a:lnTo>
                    <a:pt x="646" y="328"/>
                  </a:lnTo>
                  <a:cubicBezTo>
                    <a:pt x="646" y="142"/>
                    <a:pt x="505" y="1"/>
                    <a:pt x="328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7281662" y="3132992"/>
              <a:ext cx="54869" cy="93820"/>
            </a:xfrm>
            <a:custGeom>
              <a:avLst/>
              <a:gdLst/>
              <a:ahLst/>
              <a:cxnLst/>
              <a:rect l="l" t="t" r="r" b="b"/>
              <a:pathLst>
                <a:path w="648" h="1108" extrusionOk="0">
                  <a:moveTo>
                    <a:pt x="320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20" y="1107"/>
                  </a:cubicBezTo>
                  <a:cubicBezTo>
                    <a:pt x="505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505" y="1"/>
                    <a:pt x="320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7374635" y="3132992"/>
              <a:ext cx="54785" cy="93820"/>
            </a:xfrm>
            <a:custGeom>
              <a:avLst/>
              <a:gdLst/>
              <a:ahLst/>
              <a:cxnLst/>
              <a:rect l="l" t="t" r="r" b="b"/>
              <a:pathLst>
                <a:path w="647" h="1108" extrusionOk="0">
                  <a:moveTo>
                    <a:pt x="319" y="1"/>
                  </a:moveTo>
                  <a:cubicBezTo>
                    <a:pt x="142" y="1"/>
                    <a:pt x="1" y="142"/>
                    <a:pt x="1" y="328"/>
                  </a:cubicBezTo>
                  <a:lnTo>
                    <a:pt x="1" y="789"/>
                  </a:lnTo>
                  <a:cubicBezTo>
                    <a:pt x="1" y="966"/>
                    <a:pt x="142" y="1107"/>
                    <a:pt x="319" y="1107"/>
                  </a:cubicBezTo>
                  <a:cubicBezTo>
                    <a:pt x="496" y="1107"/>
                    <a:pt x="647" y="966"/>
                    <a:pt x="647" y="789"/>
                  </a:cubicBezTo>
                  <a:lnTo>
                    <a:pt x="647" y="328"/>
                  </a:lnTo>
                  <a:cubicBezTo>
                    <a:pt x="647" y="142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6599437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6793681" y="2990570"/>
              <a:ext cx="56986" cy="97546"/>
            </a:xfrm>
            <a:custGeom>
              <a:avLst/>
              <a:gdLst/>
              <a:ahLst/>
              <a:cxnLst/>
              <a:rect l="l" t="t" r="r" b="b"/>
              <a:pathLst>
                <a:path w="673" h="1152" extrusionOk="0">
                  <a:moveTo>
                    <a:pt x="336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6" y="1151"/>
                  </a:cubicBezTo>
                  <a:cubicBezTo>
                    <a:pt x="522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2" y="0"/>
                    <a:pt x="336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6890380" y="2990570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6599437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6696898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1" y="151"/>
                    <a:pt x="1" y="337"/>
                  </a:cubicBezTo>
                  <a:lnTo>
                    <a:pt x="1" y="815"/>
                  </a:lnTo>
                  <a:cubicBezTo>
                    <a:pt x="1" y="1001"/>
                    <a:pt x="151" y="1151"/>
                    <a:pt x="337" y="1151"/>
                  </a:cubicBezTo>
                  <a:cubicBezTo>
                    <a:pt x="523" y="1151"/>
                    <a:pt x="674" y="1001"/>
                    <a:pt x="674" y="815"/>
                  </a:cubicBezTo>
                  <a:lnTo>
                    <a:pt x="674" y="337"/>
                  </a:lnTo>
                  <a:cubicBezTo>
                    <a:pt x="674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6890380" y="3124016"/>
              <a:ext cx="57071" cy="97546"/>
            </a:xfrm>
            <a:custGeom>
              <a:avLst/>
              <a:gdLst/>
              <a:ahLst/>
              <a:cxnLst/>
              <a:rect l="l" t="t" r="r" b="b"/>
              <a:pathLst>
                <a:path w="674" h="1152" extrusionOk="0">
                  <a:moveTo>
                    <a:pt x="337" y="0"/>
                  </a:moveTo>
                  <a:cubicBezTo>
                    <a:pt x="151" y="0"/>
                    <a:pt x="0" y="151"/>
                    <a:pt x="0" y="337"/>
                  </a:cubicBezTo>
                  <a:lnTo>
                    <a:pt x="0" y="815"/>
                  </a:lnTo>
                  <a:cubicBezTo>
                    <a:pt x="0" y="1001"/>
                    <a:pt x="151" y="1151"/>
                    <a:pt x="337" y="1151"/>
                  </a:cubicBezTo>
                  <a:cubicBezTo>
                    <a:pt x="523" y="1151"/>
                    <a:pt x="673" y="1001"/>
                    <a:pt x="673" y="815"/>
                  </a:cubicBezTo>
                  <a:lnTo>
                    <a:pt x="673" y="337"/>
                  </a:lnTo>
                  <a:cubicBezTo>
                    <a:pt x="673" y="151"/>
                    <a:pt x="523" y="0"/>
                    <a:pt x="337" y="0"/>
                  </a:cubicBezTo>
                  <a:close/>
                </a:path>
              </a:pathLst>
            </a:custGeom>
            <a:solidFill>
              <a:srgbClr val="E3F0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6459301" y="2496497"/>
              <a:ext cx="252670" cy="371215"/>
            </a:xfrm>
            <a:custGeom>
              <a:avLst/>
              <a:gdLst/>
              <a:ahLst/>
              <a:cxnLst/>
              <a:rect l="l" t="t" r="r" b="b"/>
              <a:pathLst>
                <a:path w="2984" h="4384" extrusionOk="0">
                  <a:moveTo>
                    <a:pt x="0" y="1"/>
                  </a:moveTo>
                  <a:lnTo>
                    <a:pt x="0" y="4383"/>
                  </a:lnTo>
                  <a:lnTo>
                    <a:pt x="2984" y="4383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6459301" y="2496497"/>
              <a:ext cx="252670" cy="34632"/>
            </a:xfrm>
            <a:custGeom>
              <a:avLst/>
              <a:gdLst/>
              <a:ahLst/>
              <a:cxnLst/>
              <a:rect l="l" t="t" r="r" b="b"/>
              <a:pathLst>
                <a:path w="2984" h="409" extrusionOk="0">
                  <a:moveTo>
                    <a:pt x="0" y="1"/>
                  </a:moveTo>
                  <a:lnTo>
                    <a:pt x="0" y="408"/>
                  </a:lnTo>
                  <a:lnTo>
                    <a:pt x="2984" y="408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6448801" y="2426048"/>
              <a:ext cx="273670" cy="70534"/>
            </a:xfrm>
            <a:custGeom>
              <a:avLst/>
              <a:gdLst/>
              <a:ahLst/>
              <a:cxnLst/>
              <a:rect l="l" t="t" r="r" b="b"/>
              <a:pathLst>
                <a:path w="3232" h="833" extrusionOk="0">
                  <a:moveTo>
                    <a:pt x="0" y="1"/>
                  </a:moveTo>
                  <a:lnTo>
                    <a:pt x="0" y="833"/>
                  </a:lnTo>
                  <a:lnTo>
                    <a:pt x="3232" y="833"/>
                  </a:lnTo>
                  <a:lnTo>
                    <a:pt x="32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6448801" y="2426048"/>
              <a:ext cx="51059" cy="70534"/>
            </a:xfrm>
            <a:custGeom>
              <a:avLst/>
              <a:gdLst/>
              <a:ahLst/>
              <a:cxnLst/>
              <a:rect l="l" t="t" r="r" b="b"/>
              <a:pathLst>
                <a:path w="603" h="833" extrusionOk="0">
                  <a:moveTo>
                    <a:pt x="0" y="1"/>
                  </a:moveTo>
                  <a:lnTo>
                    <a:pt x="0" y="833"/>
                  </a:lnTo>
                  <a:lnTo>
                    <a:pt x="602" y="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69" name="Google Shape;1069;p35"/>
            <p:cNvSpPr/>
            <p:nvPr/>
          </p:nvSpPr>
          <p:spPr>
            <a:xfrm>
              <a:off x="6670649" y="2426048"/>
              <a:ext cx="51144" cy="70534"/>
            </a:xfrm>
            <a:custGeom>
              <a:avLst/>
              <a:gdLst/>
              <a:ahLst/>
              <a:cxnLst/>
              <a:rect l="l" t="t" r="r" b="b"/>
              <a:pathLst>
                <a:path w="604" h="833" extrusionOk="0">
                  <a:moveTo>
                    <a:pt x="1" y="1"/>
                  </a:moveTo>
                  <a:lnTo>
                    <a:pt x="1" y="833"/>
                  </a:lnTo>
                  <a:lnTo>
                    <a:pt x="603" y="833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0" name="Google Shape;1070;p35"/>
            <p:cNvSpPr/>
            <p:nvPr/>
          </p:nvSpPr>
          <p:spPr>
            <a:xfrm>
              <a:off x="6228392" y="2349926"/>
              <a:ext cx="1939481" cy="680448"/>
            </a:xfrm>
            <a:custGeom>
              <a:avLst/>
              <a:gdLst/>
              <a:ahLst/>
              <a:cxnLst/>
              <a:rect l="l" t="t" r="r" b="b"/>
              <a:pathLst>
                <a:path w="22905" h="8036" extrusionOk="0">
                  <a:moveTo>
                    <a:pt x="11457" y="1"/>
                  </a:moveTo>
                  <a:cubicBezTo>
                    <a:pt x="11380" y="1"/>
                    <a:pt x="11302" y="23"/>
                    <a:pt x="11236" y="67"/>
                  </a:cubicBezTo>
                  <a:lnTo>
                    <a:pt x="0" y="7566"/>
                  </a:lnTo>
                  <a:lnTo>
                    <a:pt x="0" y="8036"/>
                  </a:lnTo>
                  <a:lnTo>
                    <a:pt x="22905" y="8036"/>
                  </a:lnTo>
                  <a:lnTo>
                    <a:pt x="22905" y="7566"/>
                  </a:lnTo>
                  <a:lnTo>
                    <a:pt x="11678" y="67"/>
                  </a:lnTo>
                  <a:cubicBezTo>
                    <a:pt x="11612" y="23"/>
                    <a:pt x="11534" y="1"/>
                    <a:pt x="11457" y="1"/>
                  </a:cubicBez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7471334" y="2557970"/>
              <a:ext cx="105844" cy="37596"/>
            </a:xfrm>
            <a:custGeom>
              <a:avLst/>
              <a:gdLst/>
              <a:ahLst/>
              <a:cxnLst/>
              <a:rect l="l" t="t" r="r" b="b"/>
              <a:pathLst>
                <a:path w="1250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46"/>
                    <a:pt x="107" y="443"/>
                    <a:pt x="222" y="443"/>
                  </a:cubicBezTo>
                  <a:lnTo>
                    <a:pt x="1249" y="443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6871582" y="2722915"/>
              <a:ext cx="217530" cy="37596"/>
            </a:xfrm>
            <a:custGeom>
              <a:avLst/>
              <a:gdLst/>
              <a:ahLst/>
              <a:cxnLst/>
              <a:rect l="l" t="t" r="r" b="b"/>
              <a:pathLst>
                <a:path w="2569" h="444" extrusionOk="0">
                  <a:moveTo>
                    <a:pt x="222" y="1"/>
                  </a:moveTo>
                  <a:cubicBezTo>
                    <a:pt x="107" y="1"/>
                    <a:pt x="1" y="98"/>
                    <a:pt x="1" y="222"/>
                  </a:cubicBezTo>
                  <a:cubicBezTo>
                    <a:pt x="1" y="337"/>
                    <a:pt x="107" y="443"/>
                    <a:pt x="222" y="443"/>
                  </a:cubicBezTo>
                  <a:lnTo>
                    <a:pt x="2347" y="443"/>
                  </a:lnTo>
                  <a:cubicBezTo>
                    <a:pt x="2471" y="443"/>
                    <a:pt x="2568" y="337"/>
                    <a:pt x="2568" y="222"/>
                  </a:cubicBezTo>
                  <a:cubicBezTo>
                    <a:pt x="2568" y="98"/>
                    <a:pt x="2471" y="1"/>
                    <a:pt x="2347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7191738" y="2614194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107"/>
                    <a:pt x="0" y="222"/>
                  </a:cubicBezTo>
                  <a:cubicBezTo>
                    <a:pt x="0" y="346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46"/>
                    <a:pt x="1621" y="222"/>
                  </a:cubicBezTo>
                  <a:cubicBezTo>
                    <a:pt x="1621" y="107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6763622" y="2865337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1"/>
                  </a:moveTo>
                  <a:cubicBezTo>
                    <a:pt x="98" y="1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60" y="346"/>
                    <a:pt x="2560" y="222"/>
                  </a:cubicBezTo>
                  <a:cubicBezTo>
                    <a:pt x="2560" y="98"/>
                    <a:pt x="2462" y="1"/>
                    <a:pt x="233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7218749" y="2382525"/>
              <a:ext cx="94497" cy="37596"/>
            </a:xfrm>
            <a:custGeom>
              <a:avLst/>
              <a:gdLst/>
              <a:ahLst/>
              <a:cxnLst/>
              <a:rect l="l" t="t" r="r" b="b"/>
              <a:pathLst>
                <a:path w="1116" h="444" extrusionOk="0">
                  <a:moveTo>
                    <a:pt x="221" y="1"/>
                  </a:moveTo>
                  <a:cubicBezTo>
                    <a:pt x="97" y="1"/>
                    <a:pt x="0" y="98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1116" y="444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6" name="Google Shape;1076;p35"/>
            <p:cNvSpPr/>
            <p:nvPr/>
          </p:nvSpPr>
          <p:spPr>
            <a:xfrm>
              <a:off x="7558295" y="2755938"/>
              <a:ext cx="137343" cy="37511"/>
            </a:xfrm>
            <a:custGeom>
              <a:avLst/>
              <a:gdLst/>
              <a:ahLst/>
              <a:cxnLst/>
              <a:rect l="l" t="t" r="r" b="b"/>
              <a:pathLst>
                <a:path w="1622" h="443" extrusionOk="0">
                  <a:moveTo>
                    <a:pt x="222" y="0"/>
                  </a:moveTo>
                  <a:cubicBezTo>
                    <a:pt x="98" y="0"/>
                    <a:pt x="1" y="106"/>
                    <a:pt x="1" y="221"/>
                  </a:cubicBezTo>
                  <a:cubicBezTo>
                    <a:pt x="1" y="345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5"/>
                    <a:pt x="1621" y="221"/>
                  </a:cubicBezTo>
                  <a:cubicBezTo>
                    <a:pt x="1621" y="106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7" name="Google Shape;1077;p35"/>
            <p:cNvSpPr/>
            <p:nvPr/>
          </p:nvSpPr>
          <p:spPr>
            <a:xfrm>
              <a:off x="7671505" y="2867623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1400" y="443"/>
                  </a:lnTo>
                  <a:cubicBezTo>
                    <a:pt x="1524" y="443"/>
                    <a:pt x="1621" y="346"/>
                    <a:pt x="1621" y="222"/>
                  </a:cubicBezTo>
                  <a:cubicBezTo>
                    <a:pt x="1621" y="98"/>
                    <a:pt x="1524" y="0"/>
                    <a:pt x="1400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8" name="Google Shape;1078;p35"/>
            <p:cNvSpPr/>
            <p:nvPr/>
          </p:nvSpPr>
          <p:spPr>
            <a:xfrm>
              <a:off x="7415110" y="2867623"/>
              <a:ext cx="216768" cy="37596"/>
            </a:xfrm>
            <a:custGeom>
              <a:avLst/>
              <a:gdLst/>
              <a:ahLst/>
              <a:cxnLst/>
              <a:rect l="l" t="t" r="r" b="b"/>
              <a:pathLst>
                <a:path w="2560" h="444" extrusionOk="0">
                  <a:moveTo>
                    <a:pt x="222" y="0"/>
                  </a:moveTo>
                  <a:cubicBezTo>
                    <a:pt x="98" y="0"/>
                    <a:pt x="1" y="98"/>
                    <a:pt x="1" y="222"/>
                  </a:cubicBezTo>
                  <a:cubicBezTo>
                    <a:pt x="1" y="346"/>
                    <a:pt x="98" y="443"/>
                    <a:pt x="222" y="443"/>
                  </a:cubicBezTo>
                  <a:lnTo>
                    <a:pt x="2338" y="443"/>
                  </a:lnTo>
                  <a:cubicBezTo>
                    <a:pt x="2462" y="443"/>
                    <a:pt x="2559" y="346"/>
                    <a:pt x="2559" y="222"/>
                  </a:cubicBezTo>
                  <a:cubicBezTo>
                    <a:pt x="2559" y="98"/>
                    <a:pt x="2462" y="0"/>
                    <a:pt x="2338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79" name="Google Shape;1079;p35"/>
            <p:cNvSpPr/>
            <p:nvPr/>
          </p:nvSpPr>
          <p:spPr>
            <a:xfrm>
              <a:off x="7125014" y="2722915"/>
              <a:ext cx="137258" cy="37596"/>
            </a:xfrm>
            <a:custGeom>
              <a:avLst/>
              <a:gdLst/>
              <a:ahLst/>
              <a:cxnLst/>
              <a:rect l="l" t="t" r="r" b="b"/>
              <a:pathLst>
                <a:path w="1621" h="444" extrusionOk="0">
                  <a:moveTo>
                    <a:pt x="222" y="1"/>
                  </a:moveTo>
                  <a:cubicBezTo>
                    <a:pt x="98" y="1"/>
                    <a:pt x="0" y="98"/>
                    <a:pt x="0" y="222"/>
                  </a:cubicBezTo>
                  <a:cubicBezTo>
                    <a:pt x="0" y="337"/>
                    <a:pt x="98" y="443"/>
                    <a:pt x="222" y="443"/>
                  </a:cubicBezTo>
                  <a:lnTo>
                    <a:pt x="1399" y="443"/>
                  </a:lnTo>
                  <a:cubicBezTo>
                    <a:pt x="1523" y="443"/>
                    <a:pt x="1621" y="337"/>
                    <a:pt x="1621" y="222"/>
                  </a:cubicBezTo>
                  <a:cubicBezTo>
                    <a:pt x="1621" y="98"/>
                    <a:pt x="1523" y="1"/>
                    <a:pt x="139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0" name="Google Shape;1080;p35"/>
            <p:cNvSpPr/>
            <p:nvPr/>
          </p:nvSpPr>
          <p:spPr>
            <a:xfrm>
              <a:off x="6349816" y="2947047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98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23" y="444"/>
                    <a:pt x="1630" y="346"/>
                    <a:pt x="1630" y="222"/>
                  </a:cubicBezTo>
                  <a:cubicBezTo>
                    <a:pt x="1630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1" name="Google Shape;1081;p35"/>
            <p:cNvSpPr/>
            <p:nvPr/>
          </p:nvSpPr>
          <p:spPr>
            <a:xfrm>
              <a:off x="7793014" y="2947047"/>
              <a:ext cx="217445" cy="37596"/>
            </a:xfrm>
            <a:custGeom>
              <a:avLst/>
              <a:gdLst/>
              <a:ahLst/>
              <a:cxnLst/>
              <a:rect l="l" t="t" r="r" b="b"/>
              <a:pathLst>
                <a:path w="2568" h="444" extrusionOk="0">
                  <a:moveTo>
                    <a:pt x="221" y="1"/>
                  </a:moveTo>
                  <a:cubicBezTo>
                    <a:pt x="97" y="1"/>
                    <a:pt x="0" y="107"/>
                    <a:pt x="0" y="222"/>
                  </a:cubicBezTo>
                  <a:cubicBezTo>
                    <a:pt x="0" y="346"/>
                    <a:pt x="97" y="444"/>
                    <a:pt x="221" y="444"/>
                  </a:cubicBezTo>
                  <a:lnTo>
                    <a:pt x="2346" y="444"/>
                  </a:lnTo>
                  <a:cubicBezTo>
                    <a:pt x="2461" y="444"/>
                    <a:pt x="2568" y="346"/>
                    <a:pt x="2568" y="222"/>
                  </a:cubicBezTo>
                  <a:cubicBezTo>
                    <a:pt x="2568" y="107"/>
                    <a:pt x="2461" y="1"/>
                    <a:pt x="2346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2" name="Google Shape;1082;p35"/>
            <p:cNvSpPr/>
            <p:nvPr/>
          </p:nvSpPr>
          <p:spPr>
            <a:xfrm>
              <a:off x="7868713" y="2796412"/>
              <a:ext cx="60797" cy="35309"/>
            </a:xfrm>
            <a:custGeom>
              <a:avLst/>
              <a:gdLst/>
              <a:ahLst/>
              <a:cxnLst/>
              <a:rect l="l" t="t" r="r" b="b"/>
              <a:pathLst>
                <a:path w="718" h="417" extrusionOk="0">
                  <a:moveTo>
                    <a:pt x="106" y="0"/>
                  </a:moveTo>
                  <a:cubicBezTo>
                    <a:pt x="44" y="45"/>
                    <a:pt x="0" y="106"/>
                    <a:pt x="0" y="186"/>
                  </a:cubicBezTo>
                  <a:cubicBezTo>
                    <a:pt x="0" y="310"/>
                    <a:pt x="98" y="408"/>
                    <a:pt x="222" y="408"/>
                  </a:cubicBezTo>
                  <a:lnTo>
                    <a:pt x="222" y="416"/>
                  </a:lnTo>
                  <a:lnTo>
                    <a:pt x="717" y="41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3" name="Google Shape;1083;p35"/>
            <p:cNvSpPr/>
            <p:nvPr/>
          </p:nvSpPr>
          <p:spPr>
            <a:xfrm>
              <a:off x="6888094" y="2512246"/>
              <a:ext cx="136496" cy="38358"/>
            </a:xfrm>
            <a:custGeom>
              <a:avLst/>
              <a:gdLst/>
              <a:ahLst/>
              <a:cxnLst/>
              <a:rect l="l" t="t" r="r" b="b"/>
              <a:pathLst>
                <a:path w="1612" h="453" extrusionOk="0">
                  <a:moveTo>
                    <a:pt x="665" y="1"/>
                  </a:moveTo>
                  <a:lnTo>
                    <a:pt x="1" y="452"/>
                  </a:lnTo>
                  <a:lnTo>
                    <a:pt x="1391" y="452"/>
                  </a:lnTo>
                  <a:cubicBezTo>
                    <a:pt x="1515" y="452"/>
                    <a:pt x="1612" y="346"/>
                    <a:pt x="1612" y="231"/>
                  </a:cubicBezTo>
                  <a:lnTo>
                    <a:pt x="1612" y="222"/>
                  </a:lnTo>
                  <a:cubicBezTo>
                    <a:pt x="1612" y="107"/>
                    <a:pt x="1515" y="1"/>
                    <a:pt x="1391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4" name="Google Shape;1084;p35"/>
            <p:cNvSpPr/>
            <p:nvPr/>
          </p:nvSpPr>
          <p:spPr>
            <a:xfrm>
              <a:off x="6735933" y="2618004"/>
              <a:ext cx="60035" cy="34547"/>
            </a:xfrm>
            <a:custGeom>
              <a:avLst/>
              <a:gdLst/>
              <a:ahLst/>
              <a:cxnLst/>
              <a:rect l="l" t="t" r="r" b="b"/>
              <a:pathLst>
                <a:path w="709" h="408" extrusionOk="0">
                  <a:moveTo>
                    <a:pt x="602" y="0"/>
                  </a:moveTo>
                  <a:lnTo>
                    <a:pt x="0" y="407"/>
                  </a:lnTo>
                  <a:lnTo>
                    <a:pt x="487" y="407"/>
                  </a:lnTo>
                  <a:cubicBezTo>
                    <a:pt x="602" y="407"/>
                    <a:pt x="709" y="301"/>
                    <a:pt x="709" y="186"/>
                  </a:cubicBezTo>
                  <a:lnTo>
                    <a:pt x="709" y="177"/>
                  </a:lnTo>
                  <a:cubicBezTo>
                    <a:pt x="709" y="106"/>
                    <a:pt x="664" y="35"/>
                    <a:pt x="602" y="0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5" name="Google Shape;1085;p35"/>
            <p:cNvSpPr/>
            <p:nvPr/>
          </p:nvSpPr>
          <p:spPr>
            <a:xfrm>
              <a:off x="6561249" y="2793364"/>
              <a:ext cx="138020" cy="37596"/>
            </a:xfrm>
            <a:custGeom>
              <a:avLst/>
              <a:gdLst/>
              <a:ahLst/>
              <a:cxnLst/>
              <a:rect l="l" t="t" r="r" b="b"/>
              <a:pathLst>
                <a:path w="1630" h="444" extrusionOk="0">
                  <a:moveTo>
                    <a:pt x="222" y="1"/>
                  </a:moveTo>
                  <a:cubicBezTo>
                    <a:pt x="107" y="1"/>
                    <a:pt x="0" y="107"/>
                    <a:pt x="0" y="222"/>
                  </a:cubicBezTo>
                  <a:cubicBezTo>
                    <a:pt x="0" y="346"/>
                    <a:pt x="107" y="444"/>
                    <a:pt x="222" y="444"/>
                  </a:cubicBezTo>
                  <a:lnTo>
                    <a:pt x="1408" y="444"/>
                  </a:lnTo>
                  <a:cubicBezTo>
                    <a:pt x="1532" y="444"/>
                    <a:pt x="1629" y="346"/>
                    <a:pt x="1629" y="222"/>
                  </a:cubicBezTo>
                  <a:cubicBezTo>
                    <a:pt x="1629" y="107"/>
                    <a:pt x="1523" y="1"/>
                    <a:pt x="1408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6" name="Google Shape;1086;p35"/>
            <p:cNvSpPr/>
            <p:nvPr/>
          </p:nvSpPr>
          <p:spPr>
            <a:xfrm>
              <a:off x="6527464" y="2947047"/>
              <a:ext cx="138105" cy="37596"/>
            </a:xfrm>
            <a:custGeom>
              <a:avLst/>
              <a:gdLst/>
              <a:ahLst/>
              <a:cxnLst/>
              <a:rect l="l" t="t" r="r" b="b"/>
              <a:pathLst>
                <a:path w="1631" h="444" extrusionOk="0">
                  <a:moveTo>
                    <a:pt x="222" y="1"/>
                  </a:moveTo>
                  <a:cubicBezTo>
                    <a:pt x="107" y="1"/>
                    <a:pt x="1" y="107"/>
                    <a:pt x="1" y="222"/>
                  </a:cubicBezTo>
                  <a:cubicBezTo>
                    <a:pt x="1" y="346"/>
                    <a:pt x="107" y="444"/>
                    <a:pt x="222" y="444"/>
                  </a:cubicBezTo>
                  <a:lnTo>
                    <a:pt x="1409" y="444"/>
                  </a:lnTo>
                  <a:cubicBezTo>
                    <a:pt x="1533" y="444"/>
                    <a:pt x="1630" y="346"/>
                    <a:pt x="1630" y="222"/>
                  </a:cubicBezTo>
                  <a:cubicBezTo>
                    <a:pt x="1630" y="107"/>
                    <a:pt x="1524" y="1"/>
                    <a:pt x="1409" y="1"/>
                  </a:cubicBezTo>
                  <a:close/>
                </a:path>
              </a:pathLst>
            </a:custGeom>
            <a:solidFill>
              <a:srgbClr val="FBAE80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7" name="Google Shape;1087;p35"/>
            <p:cNvSpPr/>
            <p:nvPr/>
          </p:nvSpPr>
          <p:spPr>
            <a:xfrm>
              <a:off x="6229155" y="3030282"/>
              <a:ext cx="1938719" cy="57071"/>
            </a:xfrm>
            <a:custGeom>
              <a:avLst/>
              <a:gdLst/>
              <a:ahLst/>
              <a:cxnLst/>
              <a:rect l="l" t="t" r="r" b="b"/>
              <a:pathLst>
                <a:path w="22896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896" y="673"/>
                  </a:lnTo>
                  <a:lnTo>
                    <a:pt x="2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8" name="Google Shape;1088;p35"/>
            <p:cNvSpPr/>
            <p:nvPr/>
          </p:nvSpPr>
          <p:spPr>
            <a:xfrm>
              <a:off x="622915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0" y="1"/>
                  </a:moveTo>
                  <a:lnTo>
                    <a:pt x="0" y="673"/>
                  </a:lnTo>
                  <a:lnTo>
                    <a:pt x="2293" y="673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89" name="Google Shape;1089;p35"/>
            <p:cNvSpPr/>
            <p:nvPr/>
          </p:nvSpPr>
          <p:spPr>
            <a:xfrm>
              <a:off x="7973625" y="3030282"/>
              <a:ext cx="194244" cy="57071"/>
            </a:xfrm>
            <a:custGeom>
              <a:avLst/>
              <a:gdLst/>
              <a:ahLst/>
              <a:cxnLst/>
              <a:rect l="l" t="t" r="r" b="b"/>
              <a:pathLst>
                <a:path w="2294" h="674" extrusionOk="0">
                  <a:moveTo>
                    <a:pt x="1" y="1"/>
                  </a:moveTo>
                  <a:lnTo>
                    <a:pt x="1" y="673"/>
                  </a:lnTo>
                  <a:lnTo>
                    <a:pt x="2294" y="673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0" name="Google Shape;1090;p35"/>
            <p:cNvSpPr/>
            <p:nvPr/>
          </p:nvSpPr>
          <p:spPr>
            <a:xfrm>
              <a:off x="6888856" y="2857124"/>
              <a:ext cx="619313" cy="906446"/>
            </a:xfrm>
            <a:custGeom>
              <a:avLst/>
              <a:gdLst/>
              <a:ahLst/>
              <a:cxnLst/>
              <a:rect l="l" t="t" r="r" b="b"/>
              <a:pathLst>
                <a:path w="7314" h="10705" extrusionOk="0">
                  <a:moveTo>
                    <a:pt x="3657" y="0"/>
                  </a:moveTo>
                  <a:lnTo>
                    <a:pt x="0" y="2718"/>
                  </a:lnTo>
                  <a:lnTo>
                    <a:pt x="0" y="10705"/>
                  </a:lnTo>
                  <a:lnTo>
                    <a:pt x="7314" y="10705"/>
                  </a:lnTo>
                  <a:lnTo>
                    <a:pt x="7314" y="2718"/>
                  </a:lnTo>
                  <a:lnTo>
                    <a:pt x="3657" y="0"/>
                  </a:lnTo>
                  <a:close/>
                </a:path>
              </a:pathLst>
            </a:custGeom>
            <a:solidFill>
              <a:srgbClr val="DE7C3C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1" name="Google Shape;1091;p35"/>
            <p:cNvSpPr/>
            <p:nvPr/>
          </p:nvSpPr>
          <p:spPr>
            <a:xfrm>
              <a:off x="6333305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2" name="Google Shape;1092;p35"/>
            <p:cNvSpPr/>
            <p:nvPr/>
          </p:nvSpPr>
          <p:spPr>
            <a:xfrm>
              <a:off x="6259129" y="3087268"/>
              <a:ext cx="74260" cy="676299"/>
            </a:xfrm>
            <a:custGeom>
              <a:avLst/>
              <a:gdLst/>
              <a:ahLst/>
              <a:cxnLst/>
              <a:rect l="l" t="t" r="r" b="b"/>
              <a:pathLst>
                <a:path w="877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77" y="7987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3" name="Google Shape;1093;p35"/>
            <p:cNvSpPr/>
            <p:nvPr/>
          </p:nvSpPr>
          <p:spPr>
            <a:xfrm>
              <a:off x="6481062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0" y="0"/>
                  </a:moveTo>
                  <a:lnTo>
                    <a:pt x="0" y="3648"/>
                  </a:lnTo>
                  <a:lnTo>
                    <a:pt x="336" y="364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4" name="Google Shape;1094;p35"/>
            <p:cNvSpPr/>
            <p:nvPr/>
          </p:nvSpPr>
          <p:spPr>
            <a:xfrm>
              <a:off x="6481062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0"/>
                  </a:moveTo>
                  <a:lnTo>
                    <a:pt x="0" y="345"/>
                  </a:lnTo>
                  <a:lnTo>
                    <a:pt x="3072" y="345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5" name="Google Shape;1095;p35"/>
            <p:cNvSpPr/>
            <p:nvPr/>
          </p:nvSpPr>
          <p:spPr>
            <a:xfrm>
              <a:off x="6481062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0" y="1"/>
                  </a:moveTo>
                  <a:lnTo>
                    <a:pt x="0" y="346"/>
                  </a:lnTo>
                  <a:lnTo>
                    <a:pt x="3072" y="346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6" name="Google Shape;1096;p35"/>
            <p:cNvSpPr/>
            <p:nvPr/>
          </p:nvSpPr>
          <p:spPr>
            <a:xfrm>
              <a:off x="6712648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7" name="Google Shape;1097;p35"/>
            <p:cNvSpPr/>
            <p:nvPr/>
          </p:nvSpPr>
          <p:spPr>
            <a:xfrm>
              <a:off x="6509513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8" name="Google Shape;1098;p35"/>
            <p:cNvSpPr/>
            <p:nvPr/>
          </p:nvSpPr>
          <p:spPr>
            <a:xfrm>
              <a:off x="6509513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099" name="Google Shape;1099;p35"/>
            <p:cNvSpPr/>
            <p:nvPr/>
          </p:nvSpPr>
          <p:spPr>
            <a:xfrm>
              <a:off x="6480300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0" y="1"/>
                  </a:moveTo>
                  <a:lnTo>
                    <a:pt x="0" y="346"/>
                  </a:lnTo>
                  <a:lnTo>
                    <a:pt x="3081" y="346"/>
                  </a:lnTo>
                  <a:lnTo>
                    <a:pt x="3081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0" name="Google Shape;1100;p35"/>
            <p:cNvSpPr/>
            <p:nvPr/>
          </p:nvSpPr>
          <p:spPr>
            <a:xfrm>
              <a:off x="6596474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6459301" y="3469571"/>
              <a:ext cx="302967" cy="42846"/>
            </a:xfrm>
            <a:custGeom>
              <a:avLst/>
              <a:gdLst/>
              <a:ahLst/>
              <a:cxnLst/>
              <a:rect l="l" t="t" r="r" b="b"/>
              <a:pathLst>
                <a:path w="3578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2" name="Google Shape;1102;p35"/>
            <p:cNvSpPr/>
            <p:nvPr/>
          </p:nvSpPr>
          <p:spPr>
            <a:xfrm>
              <a:off x="6459301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3" name="Google Shape;1103;p35"/>
            <p:cNvSpPr/>
            <p:nvPr/>
          </p:nvSpPr>
          <p:spPr>
            <a:xfrm>
              <a:off x="6720184" y="3469571"/>
              <a:ext cx="42083" cy="42846"/>
            </a:xfrm>
            <a:custGeom>
              <a:avLst/>
              <a:gdLst/>
              <a:ahLst/>
              <a:cxnLst/>
              <a:rect l="l" t="t" r="r" b="b"/>
              <a:pathLst>
                <a:path w="49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4" name="Google Shape;1104;p35"/>
            <p:cNvSpPr/>
            <p:nvPr/>
          </p:nvSpPr>
          <p:spPr>
            <a:xfrm>
              <a:off x="6459301" y="3512332"/>
              <a:ext cx="302967" cy="11346"/>
            </a:xfrm>
            <a:custGeom>
              <a:avLst/>
              <a:gdLst/>
              <a:ahLst/>
              <a:cxnLst/>
              <a:rect l="l" t="t" r="r" b="b"/>
              <a:pathLst>
                <a:path w="3578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7508083" y="3087268"/>
              <a:ext cx="555637" cy="676299"/>
            </a:xfrm>
            <a:custGeom>
              <a:avLst/>
              <a:gdLst/>
              <a:ahLst/>
              <a:cxnLst/>
              <a:rect l="l" t="t" r="r" b="b"/>
              <a:pathLst>
                <a:path w="6562" h="7987" extrusionOk="0">
                  <a:moveTo>
                    <a:pt x="1" y="0"/>
                  </a:moveTo>
                  <a:lnTo>
                    <a:pt x="1" y="7987"/>
                  </a:lnTo>
                  <a:lnTo>
                    <a:pt x="6561" y="7987"/>
                  </a:lnTo>
                  <a:lnTo>
                    <a:pt x="6561" y="0"/>
                  </a:lnTo>
                  <a:close/>
                </a:path>
              </a:pathLst>
            </a:custGeom>
            <a:solidFill>
              <a:srgbClr val="E9B47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6" name="Google Shape;1106;p35"/>
            <p:cNvSpPr/>
            <p:nvPr/>
          </p:nvSpPr>
          <p:spPr>
            <a:xfrm>
              <a:off x="8063634" y="3087268"/>
              <a:ext cx="73498" cy="676299"/>
            </a:xfrm>
            <a:custGeom>
              <a:avLst/>
              <a:gdLst/>
              <a:ahLst/>
              <a:cxnLst/>
              <a:rect l="l" t="t" r="r" b="b"/>
              <a:pathLst>
                <a:path w="868" h="7987" extrusionOk="0">
                  <a:moveTo>
                    <a:pt x="0" y="0"/>
                  </a:moveTo>
                  <a:lnTo>
                    <a:pt x="0" y="7987"/>
                  </a:lnTo>
                  <a:lnTo>
                    <a:pt x="868" y="7987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7050754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7050754" y="32057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09" name="Google Shape;1109;p35"/>
            <p:cNvSpPr/>
            <p:nvPr/>
          </p:nvSpPr>
          <p:spPr>
            <a:xfrm>
              <a:off x="7050754" y="3682527"/>
              <a:ext cx="295516" cy="33023"/>
            </a:xfrm>
            <a:custGeom>
              <a:avLst/>
              <a:gdLst/>
              <a:ahLst/>
              <a:cxnLst/>
              <a:rect l="l" t="t" r="r" b="b"/>
              <a:pathLst>
                <a:path w="3490" h="390" extrusionOk="0">
                  <a:moveTo>
                    <a:pt x="1" y="0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0" name="Google Shape;1110;p35"/>
            <p:cNvSpPr/>
            <p:nvPr/>
          </p:nvSpPr>
          <p:spPr>
            <a:xfrm>
              <a:off x="7313161" y="3205727"/>
              <a:ext cx="33108" cy="509828"/>
            </a:xfrm>
            <a:custGeom>
              <a:avLst/>
              <a:gdLst/>
              <a:ahLst/>
              <a:cxnLst/>
              <a:rect l="l" t="t" r="r" b="b"/>
              <a:pathLst>
                <a:path w="391" h="6021" extrusionOk="0">
                  <a:moveTo>
                    <a:pt x="1" y="0"/>
                  </a:moveTo>
                  <a:lnTo>
                    <a:pt x="1" y="6021"/>
                  </a:lnTo>
                  <a:lnTo>
                    <a:pt x="390" y="6021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2" name="Google Shape;1112;p35"/>
            <p:cNvSpPr/>
            <p:nvPr/>
          </p:nvSpPr>
          <p:spPr>
            <a:xfrm>
              <a:off x="7083777" y="3238665"/>
              <a:ext cx="229469" cy="443951"/>
            </a:xfrm>
            <a:custGeom>
              <a:avLst/>
              <a:gdLst/>
              <a:ahLst/>
              <a:cxnLst/>
              <a:rect l="l" t="t" r="r" b="b"/>
              <a:pathLst>
                <a:path w="2710" h="5243" extrusionOk="0">
                  <a:moveTo>
                    <a:pt x="0" y="1"/>
                  </a:moveTo>
                  <a:lnTo>
                    <a:pt x="0" y="5242"/>
                  </a:lnTo>
                  <a:lnTo>
                    <a:pt x="2710" y="1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7050754" y="3425371"/>
              <a:ext cx="295516" cy="33108"/>
            </a:xfrm>
            <a:custGeom>
              <a:avLst/>
              <a:gdLst/>
              <a:ahLst/>
              <a:cxnLst/>
              <a:rect l="l" t="t" r="r" b="b"/>
              <a:pathLst>
                <a:path w="3490" h="391" extrusionOk="0">
                  <a:moveTo>
                    <a:pt x="1" y="1"/>
                  </a:moveTo>
                  <a:lnTo>
                    <a:pt x="1" y="390"/>
                  </a:lnTo>
                  <a:lnTo>
                    <a:pt x="3489" y="390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4" name="Google Shape;1114;p35"/>
            <p:cNvSpPr/>
            <p:nvPr/>
          </p:nvSpPr>
          <p:spPr>
            <a:xfrm>
              <a:off x="7182000" y="3205727"/>
              <a:ext cx="33023" cy="252755"/>
            </a:xfrm>
            <a:custGeom>
              <a:avLst/>
              <a:gdLst/>
              <a:ahLst/>
              <a:cxnLst/>
              <a:rect l="l" t="t" r="r" b="b"/>
              <a:pathLst>
                <a:path w="390" h="2985" extrusionOk="0">
                  <a:moveTo>
                    <a:pt x="0" y="0"/>
                  </a:moveTo>
                  <a:lnTo>
                    <a:pt x="0" y="2984"/>
                  </a:lnTo>
                  <a:lnTo>
                    <a:pt x="390" y="2984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5" name="Google Shape;1115;p35"/>
            <p:cNvSpPr/>
            <p:nvPr/>
          </p:nvSpPr>
          <p:spPr>
            <a:xfrm>
              <a:off x="7026791" y="3715465"/>
              <a:ext cx="343442" cy="48095"/>
            </a:xfrm>
            <a:custGeom>
              <a:avLst/>
              <a:gdLst/>
              <a:ahLst/>
              <a:cxnLst/>
              <a:rect l="l" t="t" r="r" b="b"/>
              <a:pathLst>
                <a:path w="4056" h="568" extrusionOk="0">
                  <a:moveTo>
                    <a:pt x="1" y="1"/>
                  </a:moveTo>
                  <a:lnTo>
                    <a:pt x="1" y="568"/>
                  </a:lnTo>
                  <a:lnTo>
                    <a:pt x="4056" y="568"/>
                  </a:lnTo>
                  <a:lnTo>
                    <a:pt x="40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6" name="Google Shape;1116;p35"/>
            <p:cNvSpPr/>
            <p:nvPr/>
          </p:nvSpPr>
          <p:spPr>
            <a:xfrm>
              <a:off x="7026791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7" y="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7" name="Google Shape;1117;p35"/>
            <p:cNvSpPr/>
            <p:nvPr/>
          </p:nvSpPr>
          <p:spPr>
            <a:xfrm>
              <a:off x="7322137" y="3715465"/>
              <a:ext cx="48095" cy="48095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68" y="568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8" name="Google Shape;1118;p35"/>
            <p:cNvSpPr/>
            <p:nvPr/>
          </p:nvSpPr>
          <p:spPr>
            <a:xfrm>
              <a:off x="7276413" y="3483881"/>
              <a:ext cx="14395" cy="57748"/>
            </a:xfrm>
            <a:custGeom>
              <a:avLst/>
              <a:gdLst/>
              <a:ahLst/>
              <a:cxnLst/>
              <a:rect l="l" t="t" r="r" b="b"/>
              <a:pathLst>
                <a:path w="170" h="682" extrusionOk="0">
                  <a:moveTo>
                    <a:pt x="89" y="0"/>
                  </a:moveTo>
                  <a:cubicBezTo>
                    <a:pt x="36" y="0"/>
                    <a:pt x="1" y="36"/>
                    <a:pt x="1" y="80"/>
                  </a:cubicBezTo>
                  <a:lnTo>
                    <a:pt x="1" y="593"/>
                  </a:lnTo>
                  <a:cubicBezTo>
                    <a:pt x="1" y="646"/>
                    <a:pt x="36" y="682"/>
                    <a:pt x="89" y="682"/>
                  </a:cubicBezTo>
                  <a:cubicBezTo>
                    <a:pt x="134" y="682"/>
                    <a:pt x="169" y="646"/>
                    <a:pt x="169" y="593"/>
                  </a:cubicBezTo>
                  <a:lnTo>
                    <a:pt x="169" y="80"/>
                  </a:lnTo>
                  <a:cubicBezTo>
                    <a:pt x="169" y="36"/>
                    <a:pt x="134" y="0"/>
                    <a:pt x="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19" name="Google Shape;1119;p35"/>
            <p:cNvSpPr/>
            <p:nvPr/>
          </p:nvSpPr>
          <p:spPr>
            <a:xfrm>
              <a:off x="6888856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84"/>
                  </a:cubicBezTo>
                  <a:lnTo>
                    <a:pt x="656" y="63"/>
                  </a:lnTo>
                  <a:cubicBezTo>
                    <a:pt x="656" y="27"/>
                    <a:pt x="620" y="1"/>
                    <a:pt x="585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0" name="Google Shape;1120;p35"/>
            <p:cNvSpPr/>
            <p:nvPr/>
          </p:nvSpPr>
          <p:spPr>
            <a:xfrm>
              <a:off x="6907569" y="3116480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1"/>
                  </a:moveTo>
                  <a:cubicBezTo>
                    <a:pt x="27" y="1"/>
                    <a:pt x="1" y="36"/>
                    <a:pt x="1" y="72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93"/>
                  </a:cubicBezTo>
                  <a:lnTo>
                    <a:pt x="860" y="72"/>
                  </a:lnTo>
                  <a:cubicBezTo>
                    <a:pt x="860" y="36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1" name="Google Shape;1121;p35"/>
            <p:cNvSpPr/>
            <p:nvPr/>
          </p:nvSpPr>
          <p:spPr>
            <a:xfrm>
              <a:off x="7452621" y="315246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20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2" name="Google Shape;1122;p35"/>
            <p:cNvSpPr/>
            <p:nvPr/>
          </p:nvSpPr>
          <p:spPr>
            <a:xfrm>
              <a:off x="7416634" y="311724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1"/>
                  </a:moveTo>
                  <a:cubicBezTo>
                    <a:pt x="27" y="1"/>
                    <a:pt x="0" y="27"/>
                    <a:pt x="0" y="63"/>
                  </a:cubicBezTo>
                  <a:lnTo>
                    <a:pt x="0" y="284"/>
                  </a:lnTo>
                  <a:cubicBezTo>
                    <a:pt x="0" y="319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19"/>
                    <a:pt x="859" y="284"/>
                  </a:cubicBezTo>
                  <a:lnTo>
                    <a:pt x="859" y="63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3" name="Google Shape;1123;p35"/>
            <p:cNvSpPr/>
            <p:nvPr/>
          </p:nvSpPr>
          <p:spPr>
            <a:xfrm>
              <a:off x="6888856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28"/>
                    <a:pt x="656" y="293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4" name="Google Shape;1124;p35"/>
            <p:cNvSpPr/>
            <p:nvPr/>
          </p:nvSpPr>
          <p:spPr>
            <a:xfrm>
              <a:off x="6907569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72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4"/>
                    <a:pt x="72" y="354"/>
                  </a:cubicBezTo>
                  <a:lnTo>
                    <a:pt x="798" y="354"/>
                  </a:lnTo>
                  <a:cubicBezTo>
                    <a:pt x="833" y="354"/>
                    <a:pt x="860" y="328"/>
                    <a:pt x="860" y="284"/>
                  </a:cubicBezTo>
                  <a:lnTo>
                    <a:pt x="860" y="62"/>
                  </a:lnTo>
                  <a:cubicBezTo>
                    <a:pt x="860" y="27"/>
                    <a:pt x="833" y="0"/>
                    <a:pt x="79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5" name="Google Shape;1125;p35"/>
            <p:cNvSpPr/>
            <p:nvPr/>
          </p:nvSpPr>
          <p:spPr>
            <a:xfrm>
              <a:off x="6949568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62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97" y="355"/>
                  </a:lnTo>
                  <a:cubicBezTo>
                    <a:pt x="833" y="355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33" y="0"/>
                    <a:pt x="797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6" name="Google Shape;1126;p35"/>
            <p:cNvSpPr/>
            <p:nvPr/>
          </p:nvSpPr>
          <p:spPr>
            <a:xfrm>
              <a:off x="7452621" y="339539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71" y="355"/>
                  </a:cubicBezTo>
                  <a:lnTo>
                    <a:pt x="656" y="355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7" name="Google Shape;1127;p35"/>
            <p:cNvSpPr/>
            <p:nvPr/>
          </p:nvSpPr>
          <p:spPr>
            <a:xfrm>
              <a:off x="7416634" y="3360172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2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4"/>
                  </a:lnTo>
                  <a:cubicBezTo>
                    <a:pt x="0" y="328"/>
                    <a:pt x="27" y="354"/>
                    <a:pt x="62" y="354"/>
                  </a:cubicBezTo>
                  <a:lnTo>
                    <a:pt x="788" y="354"/>
                  </a:lnTo>
                  <a:cubicBezTo>
                    <a:pt x="824" y="354"/>
                    <a:pt x="859" y="328"/>
                    <a:pt x="859" y="284"/>
                  </a:cubicBezTo>
                  <a:lnTo>
                    <a:pt x="859" y="62"/>
                  </a:lnTo>
                  <a:cubicBezTo>
                    <a:pt x="859" y="27"/>
                    <a:pt x="824" y="0"/>
                    <a:pt x="788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8" name="Google Shape;1128;p35"/>
            <p:cNvSpPr/>
            <p:nvPr/>
          </p:nvSpPr>
          <p:spPr>
            <a:xfrm>
              <a:off x="7374635" y="3395397"/>
              <a:ext cx="72821" cy="30060"/>
            </a:xfrm>
            <a:custGeom>
              <a:avLst/>
              <a:gdLst/>
              <a:ahLst/>
              <a:cxnLst/>
              <a:rect l="l" t="t" r="r" b="b"/>
              <a:pathLst>
                <a:path w="860" h="355" extrusionOk="0">
                  <a:moveTo>
                    <a:pt x="63" y="0"/>
                  </a:moveTo>
                  <a:cubicBezTo>
                    <a:pt x="27" y="0"/>
                    <a:pt x="1" y="27"/>
                    <a:pt x="1" y="71"/>
                  </a:cubicBezTo>
                  <a:lnTo>
                    <a:pt x="1" y="293"/>
                  </a:lnTo>
                  <a:cubicBezTo>
                    <a:pt x="1" y="328"/>
                    <a:pt x="27" y="355"/>
                    <a:pt x="63" y="355"/>
                  </a:cubicBezTo>
                  <a:lnTo>
                    <a:pt x="789" y="355"/>
                  </a:lnTo>
                  <a:cubicBezTo>
                    <a:pt x="833" y="355"/>
                    <a:pt x="859" y="328"/>
                    <a:pt x="859" y="293"/>
                  </a:cubicBezTo>
                  <a:lnTo>
                    <a:pt x="859" y="71"/>
                  </a:lnTo>
                  <a:cubicBezTo>
                    <a:pt x="859" y="27"/>
                    <a:pt x="833" y="0"/>
                    <a:pt x="789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29" name="Google Shape;1129;p35"/>
            <p:cNvSpPr/>
            <p:nvPr/>
          </p:nvSpPr>
          <p:spPr>
            <a:xfrm>
              <a:off x="6888856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35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0" name="Google Shape;1130;p35"/>
            <p:cNvSpPr/>
            <p:nvPr/>
          </p:nvSpPr>
          <p:spPr>
            <a:xfrm>
              <a:off x="6907569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72" y="1"/>
                  </a:moveTo>
                  <a:cubicBezTo>
                    <a:pt x="27" y="1"/>
                    <a:pt x="1" y="27"/>
                    <a:pt x="1" y="63"/>
                  </a:cubicBezTo>
                  <a:lnTo>
                    <a:pt x="1" y="284"/>
                  </a:lnTo>
                  <a:cubicBezTo>
                    <a:pt x="1" y="328"/>
                    <a:pt x="27" y="355"/>
                    <a:pt x="72" y="355"/>
                  </a:cubicBezTo>
                  <a:lnTo>
                    <a:pt x="798" y="355"/>
                  </a:lnTo>
                  <a:cubicBezTo>
                    <a:pt x="833" y="355"/>
                    <a:pt x="860" y="328"/>
                    <a:pt x="860" y="284"/>
                  </a:cubicBezTo>
                  <a:lnTo>
                    <a:pt x="860" y="63"/>
                  </a:lnTo>
                  <a:cubicBezTo>
                    <a:pt x="860" y="27"/>
                    <a:pt x="833" y="1"/>
                    <a:pt x="79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7452621" y="362782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35"/>
                    <a:pt x="0" y="71"/>
                  </a:cubicBezTo>
                  <a:lnTo>
                    <a:pt x="0" y="292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7416634" y="3592518"/>
              <a:ext cx="72821" cy="30144"/>
            </a:xfrm>
            <a:custGeom>
              <a:avLst/>
              <a:gdLst/>
              <a:ahLst/>
              <a:cxnLst/>
              <a:rect l="l" t="t" r="r" b="b"/>
              <a:pathLst>
                <a:path w="860" h="356" extrusionOk="0">
                  <a:moveTo>
                    <a:pt x="62" y="1"/>
                  </a:moveTo>
                  <a:cubicBezTo>
                    <a:pt x="27" y="1"/>
                    <a:pt x="0" y="27"/>
                    <a:pt x="0" y="72"/>
                  </a:cubicBezTo>
                  <a:lnTo>
                    <a:pt x="0" y="293"/>
                  </a:lnTo>
                  <a:cubicBezTo>
                    <a:pt x="0" y="328"/>
                    <a:pt x="27" y="355"/>
                    <a:pt x="62" y="355"/>
                  </a:cubicBezTo>
                  <a:lnTo>
                    <a:pt x="788" y="355"/>
                  </a:lnTo>
                  <a:cubicBezTo>
                    <a:pt x="824" y="355"/>
                    <a:pt x="859" y="328"/>
                    <a:pt x="859" y="293"/>
                  </a:cubicBezTo>
                  <a:lnTo>
                    <a:pt x="859" y="72"/>
                  </a:lnTo>
                  <a:cubicBezTo>
                    <a:pt x="859" y="27"/>
                    <a:pt x="824" y="1"/>
                    <a:pt x="788" y="1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7320697" y="2980832"/>
              <a:ext cx="131246" cy="64522"/>
            </a:xfrm>
            <a:custGeom>
              <a:avLst/>
              <a:gdLst/>
              <a:ahLst/>
              <a:cxnLst/>
              <a:rect l="l" t="t" r="r" b="b"/>
              <a:pathLst>
                <a:path w="1550" h="762" extrusionOk="0">
                  <a:moveTo>
                    <a:pt x="523" y="0"/>
                  </a:moveTo>
                  <a:cubicBezTo>
                    <a:pt x="505" y="18"/>
                    <a:pt x="496" y="36"/>
                    <a:pt x="496" y="53"/>
                  </a:cubicBezTo>
                  <a:lnTo>
                    <a:pt x="496" y="275"/>
                  </a:lnTo>
                  <a:cubicBezTo>
                    <a:pt x="496" y="319"/>
                    <a:pt x="523" y="346"/>
                    <a:pt x="567" y="346"/>
                  </a:cubicBezTo>
                  <a:lnTo>
                    <a:pt x="983" y="346"/>
                  </a:lnTo>
                  <a:lnTo>
                    <a:pt x="523" y="0"/>
                  </a:lnTo>
                  <a:close/>
                  <a:moveTo>
                    <a:pt x="71" y="408"/>
                  </a:moveTo>
                  <a:cubicBezTo>
                    <a:pt x="36" y="408"/>
                    <a:pt x="0" y="434"/>
                    <a:pt x="0" y="470"/>
                  </a:cubicBezTo>
                  <a:lnTo>
                    <a:pt x="0" y="700"/>
                  </a:lnTo>
                  <a:cubicBezTo>
                    <a:pt x="0" y="735"/>
                    <a:pt x="36" y="762"/>
                    <a:pt x="71" y="762"/>
                  </a:cubicBezTo>
                  <a:lnTo>
                    <a:pt x="797" y="762"/>
                  </a:lnTo>
                  <a:cubicBezTo>
                    <a:pt x="832" y="762"/>
                    <a:pt x="859" y="735"/>
                    <a:pt x="859" y="700"/>
                  </a:cubicBezTo>
                  <a:lnTo>
                    <a:pt x="859" y="470"/>
                  </a:lnTo>
                  <a:cubicBezTo>
                    <a:pt x="859" y="434"/>
                    <a:pt x="832" y="408"/>
                    <a:pt x="797" y="408"/>
                  </a:cubicBezTo>
                  <a:close/>
                  <a:moveTo>
                    <a:pt x="992" y="408"/>
                  </a:moveTo>
                  <a:cubicBezTo>
                    <a:pt x="956" y="408"/>
                    <a:pt x="930" y="434"/>
                    <a:pt x="930" y="470"/>
                  </a:cubicBezTo>
                  <a:lnTo>
                    <a:pt x="930" y="700"/>
                  </a:lnTo>
                  <a:cubicBezTo>
                    <a:pt x="930" y="735"/>
                    <a:pt x="956" y="762"/>
                    <a:pt x="992" y="762"/>
                  </a:cubicBezTo>
                  <a:lnTo>
                    <a:pt x="1550" y="762"/>
                  </a:lnTo>
                  <a:lnTo>
                    <a:pt x="1071" y="408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4" name="Google Shape;1134;p35"/>
            <p:cNvSpPr/>
            <p:nvPr/>
          </p:nvSpPr>
          <p:spPr>
            <a:xfrm>
              <a:off x="6945080" y="2980832"/>
              <a:ext cx="130484" cy="64522"/>
            </a:xfrm>
            <a:custGeom>
              <a:avLst/>
              <a:gdLst/>
              <a:ahLst/>
              <a:cxnLst/>
              <a:rect l="l" t="t" r="r" b="b"/>
              <a:pathLst>
                <a:path w="1541" h="762" extrusionOk="0">
                  <a:moveTo>
                    <a:pt x="1027" y="0"/>
                  </a:moveTo>
                  <a:lnTo>
                    <a:pt x="567" y="346"/>
                  </a:lnTo>
                  <a:lnTo>
                    <a:pt x="983" y="346"/>
                  </a:lnTo>
                  <a:cubicBezTo>
                    <a:pt x="1019" y="346"/>
                    <a:pt x="1054" y="310"/>
                    <a:pt x="1054" y="275"/>
                  </a:cubicBezTo>
                  <a:lnTo>
                    <a:pt x="1054" y="53"/>
                  </a:lnTo>
                  <a:cubicBezTo>
                    <a:pt x="1054" y="36"/>
                    <a:pt x="1036" y="18"/>
                    <a:pt x="1027" y="0"/>
                  </a:cubicBezTo>
                  <a:close/>
                  <a:moveTo>
                    <a:pt x="479" y="408"/>
                  </a:moveTo>
                  <a:lnTo>
                    <a:pt x="0" y="762"/>
                  </a:lnTo>
                  <a:lnTo>
                    <a:pt x="558" y="762"/>
                  </a:lnTo>
                  <a:cubicBezTo>
                    <a:pt x="594" y="762"/>
                    <a:pt x="620" y="735"/>
                    <a:pt x="620" y="691"/>
                  </a:cubicBezTo>
                  <a:lnTo>
                    <a:pt x="620" y="470"/>
                  </a:lnTo>
                  <a:cubicBezTo>
                    <a:pt x="620" y="434"/>
                    <a:pt x="594" y="408"/>
                    <a:pt x="558" y="408"/>
                  </a:cubicBezTo>
                  <a:close/>
                  <a:moveTo>
                    <a:pt x="753" y="408"/>
                  </a:moveTo>
                  <a:cubicBezTo>
                    <a:pt x="718" y="408"/>
                    <a:pt x="682" y="434"/>
                    <a:pt x="682" y="470"/>
                  </a:cubicBezTo>
                  <a:lnTo>
                    <a:pt x="682" y="691"/>
                  </a:lnTo>
                  <a:cubicBezTo>
                    <a:pt x="682" y="735"/>
                    <a:pt x="718" y="762"/>
                    <a:pt x="753" y="762"/>
                  </a:cubicBezTo>
                  <a:lnTo>
                    <a:pt x="1479" y="762"/>
                  </a:lnTo>
                  <a:cubicBezTo>
                    <a:pt x="1514" y="762"/>
                    <a:pt x="1541" y="735"/>
                    <a:pt x="1541" y="691"/>
                  </a:cubicBezTo>
                  <a:lnTo>
                    <a:pt x="1541" y="470"/>
                  </a:lnTo>
                  <a:cubicBezTo>
                    <a:pt x="1541" y="434"/>
                    <a:pt x="1514" y="408"/>
                    <a:pt x="1479" y="408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5" name="Google Shape;1135;p35"/>
            <p:cNvSpPr/>
            <p:nvPr/>
          </p:nvSpPr>
          <p:spPr>
            <a:xfrm>
              <a:off x="6888856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585" y="354"/>
                  </a:lnTo>
                  <a:cubicBezTo>
                    <a:pt x="620" y="354"/>
                    <a:pt x="656" y="328"/>
                    <a:pt x="656" y="292"/>
                  </a:cubicBezTo>
                  <a:lnTo>
                    <a:pt x="656" y="71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7452621" y="3252975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71" y="0"/>
                  </a:moveTo>
                  <a:cubicBezTo>
                    <a:pt x="27" y="0"/>
                    <a:pt x="0" y="27"/>
                    <a:pt x="0" y="62"/>
                  </a:cubicBezTo>
                  <a:lnTo>
                    <a:pt x="0" y="283"/>
                  </a:lnTo>
                  <a:cubicBezTo>
                    <a:pt x="0" y="328"/>
                    <a:pt x="27" y="354"/>
                    <a:pt x="71" y="354"/>
                  </a:cubicBezTo>
                  <a:lnTo>
                    <a:pt x="656" y="354"/>
                  </a:lnTo>
                  <a:lnTo>
                    <a:pt x="656" y="0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6888856" y="3487607"/>
              <a:ext cx="55547" cy="30060"/>
            </a:xfrm>
            <a:custGeom>
              <a:avLst/>
              <a:gdLst/>
              <a:ahLst/>
              <a:cxnLst/>
              <a:rect l="l" t="t" r="r" b="b"/>
              <a:pathLst>
                <a:path w="656" h="355" extrusionOk="0">
                  <a:moveTo>
                    <a:pt x="0" y="0"/>
                  </a:moveTo>
                  <a:lnTo>
                    <a:pt x="0" y="355"/>
                  </a:lnTo>
                  <a:lnTo>
                    <a:pt x="585" y="355"/>
                  </a:lnTo>
                  <a:cubicBezTo>
                    <a:pt x="620" y="355"/>
                    <a:pt x="656" y="319"/>
                    <a:pt x="656" y="284"/>
                  </a:cubicBezTo>
                  <a:lnTo>
                    <a:pt x="656" y="62"/>
                  </a:lnTo>
                  <a:cubicBezTo>
                    <a:pt x="656" y="27"/>
                    <a:pt x="620" y="0"/>
                    <a:pt x="585" y="0"/>
                  </a:cubicBez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8" name="Google Shape;1138;p35"/>
            <p:cNvSpPr/>
            <p:nvPr/>
          </p:nvSpPr>
          <p:spPr>
            <a:xfrm>
              <a:off x="7452621" y="3486845"/>
              <a:ext cx="55547" cy="30822"/>
            </a:xfrm>
            <a:custGeom>
              <a:avLst/>
              <a:gdLst/>
              <a:ahLst/>
              <a:cxnLst/>
              <a:rect l="l" t="t" r="r" b="b"/>
              <a:pathLst>
                <a:path w="656" h="364" extrusionOk="0">
                  <a:moveTo>
                    <a:pt x="71" y="1"/>
                  </a:moveTo>
                  <a:cubicBezTo>
                    <a:pt x="27" y="1"/>
                    <a:pt x="0" y="36"/>
                    <a:pt x="0" y="71"/>
                  </a:cubicBezTo>
                  <a:lnTo>
                    <a:pt x="0" y="293"/>
                  </a:lnTo>
                  <a:cubicBezTo>
                    <a:pt x="0" y="328"/>
                    <a:pt x="27" y="364"/>
                    <a:pt x="71" y="364"/>
                  </a:cubicBezTo>
                  <a:lnTo>
                    <a:pt x="656" y="364"/>
                  </a:lnTo>
                  <a:lnTo>
                    <a:pt x="656" y="355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AA482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39" name="Google Shape;1139;p35"/>
            <p:cNvSpPr/>
            <p:nvPr/>
          </p:nvSpPr>
          <p:spPr>
            <a:xfrm>
              <a:off x="7101051" y="2964152"/>
              <a:ext cx="195684" cy="177309"/>
            </a:xfrm>
            <a:custGeom>
              <a:avLst/>
              <a:gdLst/>
              <a:ahLst/>
              <a:cxnLst/>
              <a:rect l="l" t="t" r="r" b="b"/>
              <a:pathLst>
                <a:path w="2311" h="2094" extrusionOk="0">
                  <a:moveTo>
                    <a:pt x="1155" y="1"/>
                  </a:moveTo>
                  <a:cubicBezTo>
                    <a:pt x="678" y="1"/>
                    <a:pt x="246" y="323"/>
                    <a:pt x="133" y="808"/>
                  </a:cubicBezTo>
                  <a:cubicBezTo>
                    <a:pt x="0" y="1375"/>
                    <a:pt x="354" y="1933"/>
                    <a:pt x="912" y="2065"/>
                  </a:cubicBezTo>
                  <a:cubicBezTo>
                    <a:pt x="994" y="2085"/>
                    <a:pt x="1076" y="2094"/>
                    <a:pt x="1156" y="2094"/>
                  </a:cubicBezTo>
                  <a:cubicBezTo>
                    <a:pt x="1633" y="2094"/>
                    <a:pt x="2064" y="1771"/>
                    <a:pt x="2178" y="1286"/>
                  </a:cubicBezTo>
                  <a:cubicBezTo>
                    <a:pt x="2311" y="728"/>
                    <a:pt x="1957" y="162"/>
                    <a:pt x="1399" y="29"/>
                  </a:cubicBezTo>
                  <a:cubicBezTo>
                    <a:pt x="1317" y="10"/>
                    <a:pt x="1235" y="1"/>
                    <a:pt x="1155" y="1"/>
                  </a:cubicBez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0" name="Google Shape;1140;p35"/>
            <p:cNvSpPr/>
            <p:nvPr/>
          </p:nvSpPr>
          <p:spPr>
            <a:xfrm>
              <a:off x="7136276" y="2990570"/>
              <a:ext cx="124472" cy="124557"/>
            </a:xfrm>
            <a:custGeom>
              <a:avLst/>
              <a:gdLst/>
              <a:ahLst/>
              <a:cxnLst/>
              <a:rect l="l" t="t" r="r" b="b"/>
              <a:pathLst>
                <a:path w="1470" h="1471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1142"/>
                    <a:pt x="328" y="1470"/>
                    <a:pt x="735" y="1470"/>
                  </a:cubicBezTo>
                  <a:cubicBezTo>
                    <a:pt x="1142" y="1470"/>
                    <a:pt x="1470" y="1142"/>
                    <a:pt x="1470" y="735"/>
                  </a:cubicBezTo>
                  <a:cubicBezTo>
                    <a:pt x="1470" y="328"/>
                    <a:pt x="1142" y="0"/>
                    <a:pt x="735" y="0"/>
                  </a:cubicBez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1" name="Google Shape;1141;p35"/>
            <p:cNvSpPr/>
            <p:nvPr/>
          </p:nvSpPr>
          <p:spPr>
            <a:xfrm>
              <a:off x="7136276" y="2990570"/>
              <a:ext cx="105759" cy="105759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735" y="0"/>
                  </a:moveTo>
                  <a:cubicBezTo>
                    <a:pt x="328" y="0"/>
                    <a:pt x="0" y="328"/>
                    <a:pt x="0" y="735"/>
                  </a:cubicBezTo>
                  <a:cubicBezTo>
                    <a:pt x="0" y="939"/>
                    <a:pt x="80" y="1116"/>
                    <a:pt x="213" y="1249"/>
                  </a:cubicBezTo>
                  <a:lnTo>
                    <a:pt x="1249" y="213"/>
                  </a:lnTo>
                  <a:cubicBezTo>
                    <a:pt x="1116" y="80"/>
                    <a:pt x="939" y="0"/>
                    <a:pt x="735" y="0"/>
                  </a:cubicBez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2" name="Google Shape;1142;p35"/>
            <p:cNvSpPr/>
            <p:nvPr/>
          </p:nvSpPr>
          <p:spPr>
            <a:xfrm>
              <a:off x="7655756" y="3160765"/>
              <a:ext cx="28620" cy="308894"/>
            </a:xfrm>
            <a:custGeom>
              <a:avLst/>
              <a:gdLst/>
              <a:ahLst/>
              <a:cxnLst/>
              <a:rect l="l" t="t" r="r" b="b"/>
              <a:pathLst>
                <a:path w="338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3" name="Google Shape;1143;p35"/>
            <p:cNvSpPr/>
            <p:nvPr/>
          </p:nvSpPr>
          <p:spPr>
            <a:xfrm>
              <a:off x="7655756" y="3160765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0"/>
                  </a:moveTo>
                  <a:lnTo>
                    <a:pt x="1" y="345"/>
                  </a:lnTo>
                  <a:lnTo>
                    <a:pt x="3073" y="345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4" name="Google Shape;1144;p35"/>
            <p:cNvSpPr/>
            <p:nvPr/>
          </p:nvSpPr>
          <p:spPr>
            <a:xfrm>
              <a:off x="7655756" y="3440359"/>
              <a:ext cx="260206" cy="29298"/>
            </a:xfrm>
            <a:custGeom>
              <a:avLst/>
              <a:gdLst/>
              <a:ahLst/>
              <a:cxnLst/>
              <a:rect l="l" t="t" r="r" b="b"/>
              <a:pathLst>
                <a:path w="3073" h="346" extrusionOk="0">
                  <a:moveTo>
                    <a:pt x="1" y="1"/>
                  </a:moveTo>
                  <a:lnTo>
                    <a:pt x="1" y="346"/>
                  </a:lnTo>
                  <a:lnTo>
                    <a:pt x="3073" y="346"/>
                  </a:lnTo>
                  <a:lnTo>
                    <a:pt x="3073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5" name="Google Shape;1145;p35"/>
            <p:cNvSpPr/>
            <p:nvPr/>
          </p:nvSpPr>
          <p:spPr>
            <a:xfrm>
              <a:off x="7887426" y="3160765"/>
              <a:ext cx="28535" cy="308894"/>
            </a:xfrm>
            <a:custGeom>
              <a:avLst/>
              <a:gdLst/>
              <a:ahLst/>
              <a:cxnLst/>
              <a:rect l="l" t="t" r="r" b="b"/>
              <a:pathLst>
                <a:path w="337" h="3648" extrusionOk="0">
                  <a:moveTo>
                    <a:pt x="1" y="0"/>
                  </a:moveTo>
                  <a:lnTo>
                    <a:pt x="1" y="3648"/>
                  </a:lnTo>
                  <a:lnTo>
                    <a:pt x="337" y="364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6" name="Google Shape;1146;p35"/>
            <p:cNvSpPr/>
            <p:nvPr/>
          </p:nvSpPr>
          <p:spPr>
            <a:xfrm>
              <a:off x="7684291" y="3189977"/>
              <a:ext cx="202458" cy="250469"/>
            </a:xfrm>
            <a:custGeom>
              <a:avLst/>
              <a:gdLst/>
              <a:ahLst/>
              <a:cxnLst/>
              <a:rect l="l" t="t" r="r" b="b"/>
              <a:pathLst>
                <a:path w="2391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391" y="295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CEE5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7" name="Google Shape;1147;p35"/>
            <p:cNvSpPr/>
            <p:nvPr/>
          </p:nvSpPr>
          <p:spPr>
            <a:xfrm>
              <a:off x="7684291" y="3189977"/>
              <a:ext cx="203220" cy="250469"/>
            </a:xfrm>
            <a:custGeom>
              <a:avLst/>
              <a:gdLst/>
              <a:ahLst/>
              <a:cxnLst/>
              <a:rect l="l" t="t" r="r" b="b"/>
              <a:pathLst>
                <a:path w="2400" h="2958" extrusionOk="0">
                  <a:moveTo>
                    <a:pt x="0" y="0"/>
                  </a:moveTo>
                  <a:lnTo>
                    <a:pt x="0" y="2958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B0CFEB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8" name="Google Shape;1148;p35"/>
            <p:cNvSpPr/>
            <p:nvPr/>
          </p:nvSpPr>
          <p:spPr>
            <a:xfrm>
              <a:off x="7654994" y="3285913"/>
              <a:ext cx="260968" cy="29382"/>
            </a:xfrm>
            <a:custGeom>
              <a:avLst/>
              <a:gdLst/>
              <a:ahLst/>
              <a:cxnLst/>
              <a:rect l="l" t="t" r="r" b="b"/>
              <a:pathLst>
                <a:path w="3082" h="347" extrusionOk="0">
                  <a:moveTo>
                    <a:pt x="1" y="1"/>
                  </a:moveTo>
                  <a:lnTo>
                    <a:pt x="1" y="346"/>
                  </a:lnTo>
                  <a:lnTo>
                    <a:pt x="3082" y="346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49" name="Google Shape;1149;p35"/>
            <p:cNvSpPr/>
            <p:nvPr/>
          </p:nvSpPr>
          <p:spPr>
            <a:xfrm>
              <a:off x="7771252" y="3160765"/>
              <a:ext cx="29298" cy="154532"/>
            </a:xfrm>
            <a:custGeom>
              <a:avLst/>
              <a:gdLst/>
              <a:ahLst/>
              <a:cxnLst/>
              <a:rect l="l" t="t" r="r" b="b"/>
              <a:pathLst>
                <a:path w="346" h="1825" extrusionOk="0">
                  <a:moveTo>
                    <a:pt x="0" y="0"/>
                  </a:moveTo>
                  <a:lnTo>
                    <a:pt x="0" y="1824"/>
                  </a:lnTo>
                  <a:lnTo>
                    <a:pt x="346" y="1824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0" name="Google Shape;1150;p35"/>
            <p:cNvSpPr/>
            <p:nvPr/>
          </p:nvSpPr>
          <p:spPr>
            <a:xfrm>
              <a:off x="7634079" y="3469571"/>
              <a:ext cx="302882" cy="42846"/>
            </a:xfrm>
            <a:custGeom>
              <a:avLst/>
              <a:gdLst/>
              <a:ahLst/>
              <a:cxnLst/>
              <a:rect l="l" t="t" r="r" b="b"/>
              <a:pathLst>
                <a:path w="3577" h="506" extrusionOk="0">
                  <a:moveTo>
                    <a:pt x="0" y="1"/>
                  </a:moveTo>
                  <a:lnTo>
                    <a:pt x="0" y="506"/>
                  </a:lnTo>
                  <a:lnTo>
                    <a:pt x="3577" y="506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1" name="Google Shape;1151;p35"/>
            <p:cNvSpPr/>
            <p:nvPr/>
          </p:nvSpPr>
          <p:spPr>
            <a:xfrm>
              <a:off x="7634079" y="3469571"/>
              <a:ext cx="42761" cy="42846"/>
            </a:xfrm>
            <a:custGeom>
              <a:avLst/>
              <a:gdLst/>
              <a:ahLst/>
              <a:cxnLst/>
              <a:rect l="l" t="t" r="r" b="b"/>
              <a:pathLst>
                <a:path w="505" h="506" extrusionOk="0">
                  <a:moveTo>
                    <a:pt x="0" y="1"/>
                  </a:moveTo>
                  <a:lnTo>
                    <a:pt x="0" y="506"/>
                  </a:lnTo>
                  <a:lnTo>
                    <a:pt x="505" y="506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2" name="Google Shape;1152;p35"/>
            <p:cNvSpPr/>
            <p:nvPr/>
          </p:nvSpPr>
          <p:spPr>
            <a:xfrm>
              <a:off x="7894962" y="3469571"/>
              <a:ext cx="41999" cy="42846"/>
            </a:xfrm>
            <a:custGeom>
              <a:avLst/>
              <a:gdLst/>
              <a:ahLst/>
              <a:cxnLst/>
              <a:rect l="l" t="t" r="r" b="b"/>
              <a:pathLst>
                <a:path w="496" h="506" extrusionOk="0">
                  <a:moveTo>
                    <a:pt x="0" y="1"/>
                  </a:moveTo>
                  <a:lnTo>
                    <a:pt x="0" y="506"/>
                  </a:lnTo>
                  <a:lnTo>
                    <a:pt x="496" y="506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3" name="Google Shape;1153;p35"/>
            <p:cNvSpPr/>
            <p:nvPr/>
          </p:nvSpPr>
          <p:spPr>
            <a:xfrm>
              <a:off x="7634079" y="3512332"/>
              <a:ext cx="302882" cy="11346"/>
            </a:xfrm>
            <a:custGeom>
              <a:avLst/>
              <a:gdLst/>
              <a:ahLst/>
              <a:cxnLst/>
              <a:rect l="l" t="t" r="r" b="b"/>
              <a:pathLst>
                <a:path w="3577" h="134" extrusionOk="0">
                  <a:moveTo>
                    <a:pt x="0" y="1"/>
                  </a:moveTo>
                  <a:lnTo>
                    <a:pt x="0" y="133"/>
                  </a:lnTo>
                  <a:lnTo>
                    <a:pt x="3577" y="133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FEB87D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4" name="Google Shape;1154;p35"/>
            <p:cNvSpPr/>
            <p:nvPr/>
          </p:nvSpPr>
          <p:spPr>
            <a:xfrm>
              <a:off x="6818407" y="2793364"/>
              <a:ext cx="762498" cy="325321"/>
            </a:xfrm>
            <a:custGeom>
              <a:avLst/>
              <a:gdLst/>
              <a:ahLst/>
              <a:cxnLst/>
              <a:rect l="l" t="t" r="r" b="b"/>
              <a:pathLst>
                <a:path w="9005" h="3842" extrusionOk="0">
                  <a:moveTo>
                    <a:pt x="4485" y="1"/>
                  </a:moveTo>
                  <a:cubicBezTo>
                    <a:pt x="4458" y="1"/>
                    <a:pt x="4431" y="10"/>
                    <a:pt x="4409" y="27"/>
                  </a:cubicBezTo>
                  <a:lnTo>
                    <a:pt x="133" y="3206"/>
                  </a:lnTo>
                  <a:cubicBezTo>
                    <a:pt x="44" y="3268"/>
                    <a:pt x="0" y="3365"/>
                    <a:pt x="0" y="3480"/>
                  </a:cubicBezTo>
                  <a:cubicBezTo>
                    <a:pt x="0" y="3679"/>
                    <a:pt x="167" y="3822"/>
                    <a:pt x="343" y="3822"/>
                  </a:cubicBezTo>
                  <a:cubicBezTo>
                    <a:pt x="411" y="3822"/>
                    <a:pt x="479" y="3801"/>
                    <a:pt x="540" y="3755"/>
                  </a:cubicBezTo>
                  <a:lnTo>
                    <a:pt x="4409" y="877"/>
                  </a:lnTo>
                  <a:cubicBezTo>
                    <a:pt x="4431" y="864"/>
                    <a:pt x="4458" y="857"/>
                    <a:pt x="4485" y="857"/>
                  </a:cubicBezTo>
                  <a:cubicBezTo>
                    <a:pt x="4511" y="857"/>
                    <a:pt x="4538" y="864"/>
                    <a:pt x="4560" y="877"/>
                  </a:cubicBezTo>
                  <a:lnTo>
                    <a:pt x="8464" y="3773"/>
                  </a:lnTo>
                  <a:cubicBezTo>
                    <a:pt x="8527" y="3820"/>
                    <a:pt x="8597" y="3841"/>
                    <a:pt x="8665" y="3841"/>
                  </a:cubicBezTo>
                  <a:cubicBezTo>
                    <a:pt x="8840" y="3841"/>
                    <a:pt x="9004" y="3702"/>
                    <a:pt x="9004" y="3498"/>
                  </a:cubicBezTo>
                  <a:cubicBezTo>
                    <a:pt x="9004" y="3392"/>
                    <a:pt x="8960" y="3294"/>
                    <a:pt x="8872" y="3224"/>
                  </a:cubicBezTo>
                  <a:lnTo>
                    <a:pt x="4560" y="27"/>
                  </a:lnTo>
                  <a:cubicBezTo>
                    <a:pt x="4538" y="10"/>
                    <a:pt x="4511" y="1"/>
                    <a:pt x="4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5" name="Google Shape;1155;p35"/>
            <p:cNvSpPr/>
            <p:nvPr/>
          </p:nvSpPr>
          <p:spPr>
            <a:xfrm>
              <a:off x="6174370" y="3763475"/>
              <a:ext cx="2048288" cy="75022"/>
            </a:xfrm>
            <a:custGeom>
              <a:avLst/>
              <a:gdLst/>
              <a:ahLst/>
              <a:cxnLst/>
              <a:rect l="l" t="t" r="r" b="b"/>
              <a:pathLst>
                <a:path w="24190" h="886" extrusionOk="0">
                  <a:moveTo>
                    <a:pt x="444" y="1"/>
                  </a:moveTo>
                  <a:cubicBezTo>
                    <a:pt x="196" y="1"/>
                    <a:pt x="1" y="195"/>
                    <a:pt x="1" y="443"/>
                  </a:cubicBezTo>
                  <a:cubicBezTo>
                    <a:pt x="1" y="691"/>
                    <a:pt x="196" y="886"/>
                    <a:pt x="444" y="886"/>
                  </a:cubicBezTo>
                  <a:lnTo>
                    <a:pt x="23746" y="886"/>
                  </a:lnTo>
                  <a:cubicBezTo>
                    <a:pt x="23994" y="886"/>
                    <a:pt x="24189" y="682"/>
                    <a:pt x="24189" y="443"/>
                  </a:cubicBezTo>
                  <a:cubicBezTo>
                    <a:pt x="24189" y="195"/>
                    <a:pt x="23994" y="1"/>
                    <a:pt x="237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1156" name="Google Shape;1156;p35"/>
          <p:cNvGrpSpPr/>
          <p:nvPr/>
        </p:nvGrpSpPr>
        <p:grpSpPr>
          <a:xfrm>
            <a:off x="2844447" y="4248725"/>
            <a:ext cx="294039" cy="904155"/>
            <a:chOff x="1735563" y="3938352"/>
            <a:chExt cx="391948" cy="1205218"/>
          </a:xfrm>
        </p:grpSpPr>
        <p:sp>
          <p:nvSpPr>
            <p:cNvPr id="1157" name="Google Shape;1157;p35"/>
            <p:cNvSpPr/>
            <p:nvPr/>
          </p:nvSpPr>
          <p:spPr>
            <a:xfrm>
              <a:off x="1735563" y="3938352"/>
              <a:ext cx="391948" cy="887143"/>
            </a:xfrm>
            <a:custGeom>
              <a:avLst/>
              <a:gdLst/>
              <a:ahLst/>
              <a:cxnLst/>
              <a:rect l="l" t="t" r="r" b="b"/>
              <a:pathLst>
                <a:path w="2179" h="4932" extrusionOk="0">
                  <a:moveTo>
                    <a:pt x="1089" y="0"/>
                  </a:moveTo>
                  <a:cubicBezTo>
                    <a:pt x="487" y="0"/>
                    <a:pt x="0" y="1098"/>
                    <a:pt x="0" y="2462"/>
                  </a:cubicBezTo>
                  <a:cubicBezTo>
                    <a:pt x="0" y="3834"/>
                    <a:pt x="487" y="4932"/>
                    <a:pt x="1089" y="4932"/>
                  </a:cubicBezTo>
                  <a:cubicBezTo>
                    <a:pt x="1691" y="4932"/>
                    <a:pt x="2178" y="3834"/>
                    <a:pt x="2178" y="2462"/>
                  </a:cubicBezTo>
                  <a:cubicBezTo>
                    <a:pt x="2178" y="1098"/>
                    <a:pt x="1691" y="0"/>
                    <a:pt x="10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58" name="Google Shape;1158;p35"/>
            <p:cNvSpPr/>
            <p:nvPr/>
          </p:nvSpPr>
          <p:spPr>
            <a:xfrm>
              <a:off x="1824675" y="4211975"/>
              <a:ext cx="213703" cy="931595"/>
            </a:xfrm>
            <a:custGeom>
              <a:avLst/>
              <a:gdLst/>
              <a:ahLst/>
              <a:cxnLst/>
              <a:rect l="l" t="t" r="r" b="b"/>
              <a:pathLst>
                <a:path w="2631" h="9899" extrusionOk="0">
                  <a:moveTo>
                    <a:pt x="1116" y="0"/>
                  </a:moveTo>
                  <a:lnTo>
                    <a:pt x="1116" y="3099"/>
                  </a:lnTo>
                  <a:lnTo>
                    <a:pt x="151" y="2134"/>
                  </a:lnTo>
                  <a:lnTo>
                    <a:pt x="1" y="2285"/>
                  </a:lnTo>
                  <a:lnTo>
                    <a:pt x="1116" y="3391"/>
                  </a:lnTo>
                  <a:lnTo>
                    <a:pt x="1116" y="9899"/>
                  </a:lnTo>
                  <a:lnTo>
                    <a:pt x="1320" y="9899"/>
                  </a:lnTo>
                  <a:lnTo>
                    <a:pt x="1320" y="5136"/>
                  </a:lnTo>
                  <a:lnTo>
                    <a:pt x="2630" y="3825"/>
                  </a:lnTo>
                  <a:lnTo>
                    <a:pt x="2480" y="3675"/>
                  </a:lnTo>
                  <a:lnTo>
                    <a:pt x="1320" y="4843"/>
                  </a:lnTo>
                  <a:lnTo>
                    <a:pt x="1320" y="1320"/>
                  </a:lnTo>
                  <a:lnTo>
                    <a:pt x="2294" y="346"/>
                  </a:lnTo>
                  <a:lnTo>
                    <a:pt x="2143" y="195"/>
                  </a:lnTo>
                  <a:lnTo>
                    <a:pt x="1320" y="1019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1159" name="Google Shape;1159;p35"/>
          <p:cNvGrpSpPr/>
          <p:nvPr/>
        </p:nvGrpSpPr>
        <p:grpSpPr>
          <a:xfrm>
            <a:off x="1261659" y="4248836"/>
            <a:ext cx="294018" cy="904043"/>
            <a:chOff x="7914437" y="2489807"/>
            <a:chExt cx="408642" cy="1256488"/>
          </a:xfrm>
        </p:grpSpPr>
        <p:sp>
          <p:nvSpPr>
            <p:cNvPr id="1160" name="Google Shape;1160;p35"/>
            <p:cNvSpPr/>
            <p:nvPr/>
          </p:nvSpPr>
          <p:spPr>
            <a:xfrm>
              <a:off x="7914437" y="2489807"/>
              <a:ext cx="408642" cy="949884"/>
            </a:xfrm>
            <a:custGeom>
              <a:avLst/>
              <a:gdLst/>
              <a:ahLst/>
              <a:cxnLst/>
              <a:rect l="l" t="t" r="r" b="b"/>
              <a:pathLst>
                <a:path w="4826" h="11218" extrusionOk="0">
                  <a:moveTo>
                    <a:pt x="2409" y="0"/>
                  </a:moveTo>
                  <a:cubicBezTo>
                    <a:pt x="1992" y="0"/>
                    <a:pt x="0" y="4843"/>
                    <a:pt x="0" y="7942"/>
                  </a:cubicBezTo>
                  <a:cubicBezTo>
                    <a:pt x="0" y="11041"/>
                    <a:pt x="1080" y="11218"/>
                    <a:pt x="2409" y="11218"/>
                  </a:cubicBezTo>
                  <a:cubicBezTo>
                    <a:pt x="3745" y="11218"/>
                    <a:pt x="4826" y="11041"/>
                    <a:pt x="4826" y="7942"/>
                  </a:cubicBezTo>
                  <a:cubicBezTo>
                    <a:pt x="4826" y="4843"/>
                    <a:pt x="2833" y="0"/>
                    <a:pt x="2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grpSp>
          <p:nvGrpSpPr>
            <p:cNvPr id="1161" name="Google Shape;1161;p35"/>
            <p:cNvGrpSpPr/>
            <p:nvPr/>
          </p:nvGrpSpPr>
          <p:grpSpPr>
            <a:xfrm>
              <a:off x="8015624" y="2908097"/>
              <a:ext cx="222780" cy="838198"/>
              <a:chOff x="8015624" y="2908097"/>
              <a:chExt cx="222780" cy="838198"/>
            </a:xfrm>
          </p:grpSpPr>
          <p:sp>
            <p:nvSpPr>
              <p:cNvPr id="1162" name="Google Shape;1162;p35"/>
              <p:cNvSpPr/>
              <p:nvPr/>
            </p:nvSpPr>
            <p:spPr>
              <a:xfrm>
                <a:off x="8110121" y="2908097"/>
                <a:ext cx="17274" cy="83819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9899" extrusionOk="0">
                    <a:moveTo>
                      <a:pt x="0" y="0"/>
                    </a:moveTo>
                    <a:lnTo>
                      <a:pt x="0" y="9899"/>
                    </a:lnTo>
                    <a:lnTo>
                      <a:pt x="204" y="9899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163" name="Google Shape;1163;p35"/>
              <p:cNvSpPr/>
              <p:nvPr/>
            </p:nvSpPr>
            <p:spPr>
              <a:xfrm>
                <a:off x="8112322" y="3219190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89" extrusionOk="0">
                    <a:moveTo>
                      <a:pt x="1338" y="1"/>
                    </a:moveTo>
                    <a:lnTo>
                      <a:pt x="1" y="1338"/>
                    </a:lnTo>
                    <a:lnTo>
                      <a:pt x="151" y="1488"/>
                    </a:lnTo>
                    <a:lnTo>
                      <a:pt x="1488" y="151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164" name="Google Shape;1164;p35"/>
              <p:cNvSpPr/>
              <p:nvPr/>
            </p:nvSpPr>
            <p:spPr>
              <a:xfrm>
                <a:off x="8015624" y="3088792"/>
                <a:ext cx="109569" cy="10948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93" extrusionOk="0">
                    <a:moveTo>
                      <a:pt x="151" y="0"/>
                    </a:moveTo>
                    <a:lnTo>
                      <a:pt x="1" y="151"/>
                    </a:lnTo>
                    <a:lnTo>
                      <a:pt x="1143" y="1293"/>
                    </a:lnTo>
                    <a:lnTo>
                      <a:pt x="1293" y="1142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165" name="Google Shape;1165;p35"/>
              <p:cNvSpPr/>
              <p:nvPr/>
            </p:nvSpPr>
            <p:spPr>
              <a:xfrm>
                <a:off x="8112322" y="2924609"/>
                <a:ext cx="97546" cy="9754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152" extrusionOk="0">
                    <a:moveTo>
                      <a:pt x="1001" y="0"/>
                    </a:moveTo>
                    <a:lnTo>
                      <a:pt x="1" y="1001"/>
                    </a:lnTo>
                    <a:lnTo>
                      <a:pt x="151" y="1151"/>
                    </a:lnTo>
                    <a:lnTo>
                      <a:pt x="1152" y="15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</p:grpSp>
      </p:grpSp>
      <p:grpSp>
        <p:nvGrpSpPr>
          <p:cNvPr id="1166" name="Google Shape;1166;p35"/>
          <p:cNvGrpSpPr/>
          <p:nvPr/>
        </p:nvGrpSpPr>
        <p:grpSpPr>
          <a:xfrm>
            <a:off x="6010047" y="4248725"/>
            <a:ext cx="294039" cy="904155"/>
            <a:chOff x="1735563" y="3938352"/>
            <a:chExt cx="391948" cy="1205218"/>
          </a:xfrm>
        </p:grpSpPr>
        <p:sp>
          <p:nvSpPr>
            <p:cNvPr id="1167" name="Google Shape;1167;p35"/>
            <p:cNvSpPr/>
            <p:nvPr/>
          </p:nvSpPr>
          <p:spPr>
            <a:xfrm>
              <a:off x="1735563" y="3938352"/>
              <a:ext cx="391948" cy="887143"/>
            </a:xfrm>
            <a:custGeom>
              <a:avLst/>
              <a:gdLst/>
              <a:ahLst/>
              <a:cxnLst/>
              <a:rect l="l" t="t" r="r" b="b"/>
              <a:pathLst>
                <a:path w="2179" h="4932" extrusionOk="0">
                  <a:moveTo>
                    <a:pt x="1089" y="0"/>
                  </a:moveTo>
                  <a:cubicBezTo>
                    <a:pt x="487" y="0"/>
                    <a:pt x="0" y="1098"/>
                    <a:pt x="0" y="2462"/>
                  </a:cubicBezTo>
                  <a:cubicBezTo>
                    <a:pt x="0" y="3834"/>
                    <a:pt x="487" y="4932"/>
                    <a:pt x="1089" y="4932"/>
                  </a:cubicBezTo>
                  <a:cubicBezTo>
                    <a:pt x="1691" y="4932"/>
                    <a:pt x="2178" y="3834"/>
                    <a:pt x="2178" y="2462"/>
                  </a:cubicBezTo>
                  <a:cubicBezTo>
                    <a:pt x="2178" y="1098"/>
                    <a:pt x="1691" y="0"/>
                    <a:pt x="10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68" name="Google Shape;1168;p35"/>
            <p:cNvSpPr/>
            <p:nvPr/>
          </p:nvSpPr>
          <p:spPr>
            <a:xfrm>
              <a:off x="1824675" y="4211975"/>
              <a:ext cx="213703" cy="931595"/>
            </a:xfrm>
            <a:custGeom>
              <a:avLst/>
              <a:gdLst/>
              <a:ahLst/>
              <a:cxnLst/>
              <a:rect l="l" t="t" r="r" b="b"/>
              <a:pathLst>
                <a:path w="2631" h="9899" extrusionOk="0">
                  <a:moveTo>
                    <a:pt x="1116" y="0"/>
                  </a:moveTo>
                  <a:lnTo>
                    <a:pt x="1116" y="3099"/>
                  </a:lnTo>
                  <a:lnTo>
                    <a:pt x="151" y="2134"/>
                  </a:lnTo>
                  <a:lnTo>
                    <a:pt x="1" y="2285"/>
                  </a:lnTo>
                  <a:lnTo>
                    <a:pt x="1116" y="3391"/>
                  </a:lnTo>
                  <a:lnTo>
                    <a:pt x="1116" y="9899"/>
                  </a:lnTo>
                  <a:lnTo>
                    <a:pt x="1320" y="9899"/>
                  </a:lnTo>
                  <a:lnTo>
                    <a:pt x="1320" y="5136"/>
                  </a:lnTo>
                  <a:lnTo>
                    <a:pt x="2630" y="3825"/>
                  </a:lnTo>
                  <a:lnTo>
                    <a:pt x="2480" y="3675"/>
                  </a:lnTo>
                  <a:lnTo>
                    <a:pt x="1320" y="4843"/>
                  </a:lnTo>
                  <a:lnTo>
                    <a:pt x="1320" y="1320"/>
                  </a:lnTo>
                  <a:lnTo>
                    <a:pt x="2294" y="346"/>
                  </a:lnTo>
                  <a:lnTo>
                    <a:pt x="2143" y="195"/>
                  </a:lnTo>
                  <a:lnTo>
                    <a:pt x="1320" y="1019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sp>
        <p:nvSpPr>
          <p:cNvPr id="1170" name="Google Shape;1170;p35"/>
          <p:cNvSpPr/>
          <p:nvPr/>
        </p:nvSpPr>
        <p:spPr>
          <a:xfrm>
            <a:off x="8033738" y="2434183"/>
            <a:ext cx="1086540" cy="462761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9" name="Google Shape;2419;p48"/>
          <p:cNvCxnSpPr>
            <a:cxnSpLocks/>
            <a:endCxn id="2420" idx="2"/>
          </p:cNvCxnSpPr>
          <p:nvPr/>
        </p:nvCxnSpPr>
        <p:spPr>
          <a:xfrm>
            <a:off x="717900" y="2819899"/>
            <a:ext cx="1016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2" name="Google Shape;2422;p48"/>
          <p:cNvSpPr txBox="1"/>
          <p:nvPr/>
        </p:nvSpPr>
        <p:spPr>
          <a:xfrm>
            <a:off x="720001" y="3237424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r>
              <a:rPr lang="en" sz="2201" dirty="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Enunciado</a:t>
            </a:r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20" name="Google Shape;2420;p48"/>
          <p:cNvSpPr/>
          <p:nvPr/>
        </p:nvSpPr>
        <p:spPr>
          <a:xfrm>
            <a:off x="1734001" y="2665701"/>
            <a:ext cx="308400" cy="308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2424" name="Google Shape;2424;p48"/>
          <p:cNvSpPr txBox="1"/>
          <p:nvPr/>
        </p:nvSpPr>
        <p:spPr>
          <a:xfrm>
            <a:off x="2042399" y="1718792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r>
              <a:rPr lang="en" sz="2201" dirty="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E-R</a:t>
            </a:r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25" name="Google Shape;2425;p48"/>
          <p:cNvSpPr/>
          <p:nvPr/>
        </p:nvSpPr>
        <p:spPr>
          <a:xfrm>
            <a:off x="3075901" y="2665701"/>
            <a:ext cx="308400" cy="308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2426" name="Google Shape;2426;p48"/>
          <p:cNvSpPr txBox="1"/>
          <p:nvPr/>
        </p:nvSpPr>
        <p:spPr>
          <a:xfrm>
            <a:off x="3423299" y="3545899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r>
              <a:rPr lang="en" sz="2201" dirty="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Modelo Relacional</a:t>
            </a:r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28" name="Google Shape;2428;p48"/>
          <p:cNvSpPr/>
          <p:nvPr/>
        </p:nvSpPr>
        <p:spPr>
          <a:xfrm>
            <a:off x="5759700" y="2665701"/>
            <a:ext cx="308400" cy="308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2430" name="Google Shape;2430;p48"/>
          <p:cNvSpPr txBox="1"/>
          <p:nvPr/>
        </p:nvSpPr>
        <p:spPr>
          <a:xfrm>
            <a:off x="5450164" y="3825615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endParaRPr lang="es-ES"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31" name="Google Shape;2431;p48"/>
          <p:cNvSpPr/>
          <p:nvPr/>
        </p:nvSpPr>
        <p:spPr>
          <a:xfrm>
            <a:off x="4417802" y="2665701"/>
            <a:ext cx="308400" cy="308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2432" name="Google Shape;2432;p48"/>
          <p:cNvSpPr txBox="1"/>
          <p:nvPr/>
        </p:nvSpPr>
        <p:spPr>
          <a:xfrm>
            <a:off x="6087601" y="3292249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34" name="Google Shape;2434;p48"/>
          <p:cNvSpPr/>
          <p:nvPr/>
        </p:nvSpPr>
        <p:spPr>
          <a:xfrm>
            <a:off x="7101601" y="2665701"/>
            <a:ext cx="308400" cy="308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cxnSp>
        <p:nvCxnSpPr>
          <p:cNvPr id="2435" name="Google Shape;2435;p48"/>
          <p:cNvCxnSpPr>
            <a:cxnSpLocks/>
            <a:stCxn id="2420" idx="4"/>
            <a:endCxn id="2422" idx="0"/>
          </p:cNvCxnSpPr>
          <p:nvPr/>
        </p:nvCxnSpPr>
        <p:spPr>
          <a:xfrm>
            <a:off x="1888201" y="2974101"/>
            <a:ext cx="0" cy="26340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6" name="Google Shape;2436;p48"/>
          <p:cNvCxnSpPr>
            <a:cxnSpLocks/>
            <a:endCxn id="2425" idx="0"/>
          </p:cNvCxnSpPr>
          <p:nvPr/>
        </p:nvCxnSpPr>
        <p:spPr>
          <a:xfrm>
            <a:off x="3230100" y="2226091"/>
            <a:ext cx="0" cy="43960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7" name="Google Shape;2437;p48"/>
          <p:cNvCxnSpPr>
            <a:cxnSpLocks/>
            <a:stCxn id="2431" idx="4"/>
          </p:cNvCxnSpPr>
          <p:nvPr/>
        </p:nvCxnSpPr>
        <p:spPr>
          <a:xfrm>
            <a:off x="4572000" y="2974100"/>
            <a:ext cx="0" cy="29208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8" name="Google Shape;2438;p48"/>
          <p:cNvCxnSpPr>
            <a:cxnSpLocks/>
            <a:endCxn id="2428" idx="0"/>
          </p:cNvCxnSpPr>
          <p:nvPr/>
        </p:nvCxnSpPr>
        <p:spPr>
          <a:xfrm>
            <a:off x="5913900" y="2384209"/>
            <a:ext cx="0" cy="28140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9" name="Google Shape;2439;p48"/>
          <p:cNvCxnSpPr>
            <a:stCxn id="2434" idx="4"/>
            <a:endCxn id="2432" idx="0"/>
          </p:cNvCxnSpPr>
          <p:nvPr/>
        </p:nvCxnSpPr>
        <p:spPr>
          <a:xfrm>
            <a:off x="7255801" y="2974101"/>
            <a:ext cx="0" cy="3181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1" name="Google Shape;2441;p48"/>
          <p:cNvCxnSpPr>
            <a:stCxn id="2434" idx="6"/>
          </p:cNvCxnSpPr>
          <p:nvPr/>
        </p:nvCxnSpPr>
        <p:spPr>
          <a:xfrm>
            <a:off x="7410000" y="2819899"/>
            <a:ext cx="1016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2" name="Google Shape;2442;p48"/>
          <p:cNvCxnSpPr>
            <a:cxnSpLocks/>
            <a:stCxn id="2425" idx="2"/>
            <a:endCxn id="2420" idx="6"/>
          </p:cNvCxnSpPr>
          <p:nvPr/>
        </p:nvCxnSpPr>
        <p:spPr>
          <a:xfrm rot="10800000">
            <a:off x="2042400" y="2819899"/>
            <a:ext cx="103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3" name="Google Shape;2443;p48"/>
          <p:cNvCxnSpPr>
            <a:stCxn id="2431" idx="2"/>
            <a:endCxn id="2425" idx="6"/>
          </p:cNvCxnSpPr>
          <p:nvPr/>
        </p:nvCxnSpPr>
        <p:spPr>
          <a:xfrm rot="10800000">
            <a:off x="3384301" y="2819899"/>
            <a:ext cx="103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4" name="Google Shape;2444;p48"/>
          <p:cNvCxnSpPr>
            <a:stCxn id="2428" idx="2"/>
            <a:endCxn id="2431" idx="6"/>
          </p:cNvCxnSpPr>
          <p:nvPr/>
        </p:nvCxnSpPr>
        <p:spPr>
          <a:xfrm rot="10800000">
            <a:off x="4726199" y="2819899"/>
            <a:ext cx="103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5" name="Google Shape;2445;p48"/>
          <p:cNvCxnSpPr>
            <a:cxnSpLocks/>
          </p:cNvCxnSpPr>
          <p:nvPr/>
        </p:nvCxnSpPr>
        <p:spPr>
          <a:xfrm>
            <a:off x="6068100" y="2821951"/>
            <a:ext cx="103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2ADAD583-F290-1503-942F-33695CF81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45" y="462628"/>
            <a:ext cx="7704000" cy="572700"/>
          </a:xfrm>
        </p:spPr>
        <p:txBody>
          <a:bodyPr/>
          <a:lstStyle/>
          <a:p>
            <a:r>
              <a:rPr lang="es-ES" dirty="0"/>
              <a:t>Proceso</a:t>
            </a:r>
          </a:p>
        </p:txBody>
      </p:sp>
      <p:sp>
        <p:nvSpPr>
          <p:cNvPr id="12" name="Google Shape;2422;p48">
            <a:extLst>
              <a:ext uri="{FF2B5EF4-FFF2-40B4-BE49-F238E27FC236}">
                <a16:creationId xmlns:a16="http://schemas.microsoft.com/office/drawing/2014/main" id="{8B5B389C-D8F9-E63D-32CC-A1AEAE13385B}"/>
              </a:ext>
            </a:extLst>
          </p:cNvPr>
          <p:cNvSpPr txBox="1"/>
          <p:nvPr/>
        </p:nvSpPr>
        <p:spPr>
          <a:xfrm>
            <a:off x="4726202" y="1886843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r>
              <a:rPr lang="en" sz="2201" dirty="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SQL</a:t>
            </a:r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" name="Google Shape;2422;p48">
            <a:extLst>
              <a:ext uri="{FF2B5EF4-FFF2-40B4-BE49-F238E27FC236}">
                <a16:creationId xmlns:a16="http://schemas.microsoft.com/office/drawing/2014/main" id="{52F27525-06E3-079D-0CC9-A404F0F78503}"/>
              </a:ext>
            </a:extLst>
          </p:cNvPr>
          <p:cNvSpPr txBox="1"/>
          <p:nvPr/>
        </p:nvSpPr>
        <p:spPr>
          <a:xfrm>
            <a:off x="6126602" y="3545901"/>
            <a:ext cx="23364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algn="ctr"/>
            <a:r>
              <a:rPr lang="en" sz="2201" dirty="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Triggers y consultas</a:t>
            </a:r>
            <a:endParaRPr sz="2201" dirty="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4" name="Google Shape;1184;p37"/>
          <p:cNvGrpSpPr/>
          <p:nvPr/>
        </p:nvGrpSpPr>
        <p:grpSpPr>
          <a:xfrm>
            <a:off x="6413382" y="2583208"/>
            <a:ext cx="2419995" cy="2573874"/>
            <a:chOff x="5652220" y="362938"/>
            <a:chExt cx="494795" cy="526268"/>
          </a:xfrm>
        </p:grpSpPr>
        <p:sp>
          <p:nvSpPr>
            <p:cNvPr id="1185" name="Google Shape;1185;p37"/>
            <p:cNvSpPr/>
            <p:nvPr/>
          </p:nvSpPr>
          <p:spPr>
            <a:xfrm>
              <a:off x="5992494" y="425083"/>
              <a:ext cx="154522" cy="464123"/>
            </a:xfrm>
            <a:custGeom>
              <a:avLst/>
              <a:gdLst/>
              <a:ahLst/>
              <a:cxnLst/>
              <a:rect l="l" t="t" r="r" b="b"/>
              <a:pathLst>
                <a:path w="6110" h="18798" extrusionOk="0">
                  <a:moveTo>
                    <a:pt x="0" y="1"/>
                  </a:moveTo>
                  <a:lnTo>
                    <a:pt x="5489" y="4755"/>
                  </a:lnTo>
                  <a:lnTo>
                    <a:pt x="5489" y="18797"/>
                  </a:lnTo>
                  <a:lnTo>
                    <a:pt x="6109" y="18797"/>
                  </a:lnTo>
                  <a:lnTo>
                    <a:pt x="6109" y="4755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5652225" y="418938"/>
              <a:ext cx="253675" cy="469950"/>
            </a:xfrm>
            <a:custGeom>
              <a:avLst/>
              <a:gdLst/>
              <a:ahLst/>
              <a:cxnLst/>
              <a:rect l="l" t="t" r="r" b="b"/>
              <a:pathLst>
                <a:path w="10147" h="18798" extrusionOk="0">
                  <a:moveTo>
                    <a:pt x="4657" y="1"/>
                  </a:moveTo>
                  <a:lnTo>
                    <a:pt x="0" y="4755"/>
                  </a:lnTo>
                  <a:lnTo>
                    <a:pt x="0" y="18797"/>
                  </a:lnTo>
                  <a:lnTo>
                    <a:pt x="10147" y="18797"/>
                  </a:lnTo>
                  <a:lnTo>
                    <a:pt x="10147" y="4755"/>
                  </a:lnTo>
                  <a:lnTo>
                    <a:pt x="46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5768650" y="418938"/>
              <a:ext cx="152750" cy="469950"/>
            </a:xfrm>
            <a:custGeom>
              <a:avLst/>
              <a:gdLst/>
              <a:ahLst/>
              <a:cxnLst/>
              <a:rect l="l" t="t" r="r" b="b"/>
              <a:pathLst>
                <a:path w="6110" h="18798" extrusionOk="0">
                  <a:moveTo>
                    <a:pt x="0" y="1"/>
                  </a:moveTo>
                  <a:lnTo>
                    <a:pt x="5490" y="4755"/>
                  </a:lnTo>
                  <a:lnTo>
                    <a:pt x="5490" y="18797"/>
                  </a:lnTo>
                  <a:lnTo>
                    <a:pt x="6110" y="18797"/>
                  </a:lnTo>
                  <a:lnTo>
                    <a:pt x="6110" y="4755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5905875" y="537788"/>
              <a:ext cx="15525" cy="351100"/>
            </a:xfrm>
            <a:custGeom>
              <a:avLst/>
              <a:gdLst/>
              <a:ahLst/>
              <a:cxnLst/>
              <a:rect l="l" t="t" r="r" b="b"/>
              <a:pathLst>
                <a:path w="621" h="14044" extrusionOk="0">
                  <a:moveTo>
                    <a:pt x="1" y="1"/>
                  </a:moveTo>
                  <a:lnTo>
                    <a:pt x="1" y="14043"/>
                  </a:lnTo>
                  <a:lnTo>
                    <a:pt x="621" y="14043"/>
                  </a:lnTo>
                  <a:lnTo>
                    <a:pt x="6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5786059" y="422911"/>
              <a:ext cx="350074" cy="123994"/>
            </a:xfrm>
            <a:custGeom>
              <a:avLst/>
              <a:gdLst/>
              <a:ahLst/>
              <a:cxnLst/>
              <a:rect l="l" t="t" r="r" b="b"/>
              <a:pathLst>
                <a:path w="13777" h="5021" extrusionOk="0">
                  <a:moveTo>
                    <a:pt x="0" y="1"/>
                  </a:moveTo>
                  <a:lnTo>
                    <a:pt x="5799" y="5021"/>
                  </a:lnTo>
                  <a:lnTo>
                    <a:pt x="13777" y="5021"/>
                  </a:lnTo>
                  <a:lnTo>
                    <a:pt x="8004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5921374" y="545333"/>
              <a:ext cx="214086" cy="343550"/>
            </a:xfrm>
            <a:custGeom>
              <a:avLst/>
              <a:gdLst/>
              <a:ahLst/>
              <a:cxnLst/>
              <a:rect l="l" t="t" r="r" b="b"/>
              <a:pathLst>
                <a:path w="8031" h="13742" extrusionOk="0">
                  <a:moveTo>
                    <a:pt x="1" y="0"/>
                  </a:moveTo>
                  <a:lnTo>
                    <a:pt x="1" y="13741"/>
                  </a:lnTo>
                  <a:lnTo>
                    <a:pt x="8031" y="13741"/>
                  </a:lnTo>
                  <a:lnTo>
                    <a:pt x="8031" y="407"/>
                  </a:lnTo>
                  <a:lnTo>
                    <a:pt x="496" y="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933775" y="548413"/>
              <a:ext cx="199450" cy="7125"/>
            </a:xfrm>
            <a:custGeom>
              <a:avLst/>
              <a:gdLst/>
              <a:ahLst/>
              <a:cxnLst/>
              <a:rect l="l" t="t" r="r" b="b"/>
              <a:pathLst>
                <a:path w="7978" h="285" extrusionOk="0">
                  <a:moveTo>
                    <a:pt x="0" y="1"/>
                  </a:moveTo>
                  <a:lnTo>
                    <a:pt x="0" y="284"/>
                  </a:lnTo>
                  <a:lnTo>
                    <a:pt x="7978" y="284"/>
                  </a:lnTo>
                  <a:lnTo>
                    <a:pt x="797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5921375" y="537788"/>
              <a:ext cx="12425" cy="17750"/>
            </a:xfrm>
            <a:custGeom>
              <a:avLst/>
              <a:gdLst/>
              <a:ahLst/>
              <a:cxnLst/>
              <a:rect l="l" t="t" r="r" b="b"/>
              <a:pathLst>
                <a:path w="497" h="710" extrusionOk="0">
                  <a:moveTo>
                    <a:pt x="1" y="1"/>
                  </a:moveTo>
                  <a:lnTo>
                    <a:pt x="1" y="302"/>
                  </a:lnTo>
                  <a:lnTo>
                    <a:pt x="496" y="709"/>
                  </a:lnTo>
                  <a:lnTo>
                    <a:pt x="496" y="4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5652220" y="633190"/>
              <a:ext cx="261427" cy="21946"/>
            </a:xfrm>
            <a:custGeom>
              <a:avLst/>
              <a:gdLst/>
              <a:ahLst/>
              <a:cxnLst/>
              <a:rect l="l" t="t" r="r" b="b"/>
              <a:pathLst>
                <a:path w="10652" h="878" extrusionOk="0">
                  <a:moveTo>
                    <a:pt x="1" y="1"/>
                  </a:moveTo>
                  <a:lnTo>
                    <a:pt x="1" y="877"/>
                  </a:lnTo>
                  <a:lnTo>
                    <a:pt x="10652" y="877"/>
                  </a:lnTo>
                  <a:lnTo>
                    <a:pt x="106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5913626" y="633190"/>
              <a:ext cx="229572" cy="21946"/>
            </a:xfrm>
            <a:custGeom>
              <a:avLst/>
              <a:gdLst/>
              <a:ahLst/>
              <a:cxnLst/>
              <a:rect l="l" t="t" r="r" b="b"/>
              <a:pathLst>
                <a:path w="9377" h="878" extrusionOk="0">
                  <a:moveTo>
                    <a:pt x="1" y="1"/>
                  </a:moveTo>
                  <a:lnTo>
                    <a:pt x="1" y="877"/>
                  </a:lnTo>
                  <a:lnTo>
                    <a:pt x="9377" y="877"/>
                  </a:lnTo>
                  <a:lnTo>
                    <a:pt x="93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5652450" y="655113"/>
              <a:ext cx="260975" cy="6450"/>
            </a:xfrm>
            <a:custGeom>
              <a:avLst/>
              <a:gdLst/>
              <a:ahLst/>
              <a:cxnLst/>
              <a:rect l="l" t="t" r="r" b="b"/>
              <a:pathLst>
                <a:path w="10439" h="258" extrusionOk="0">
                  <a:moveTo>
                    <a:pt x="0" y="0"/>
                  </a:moveTo>
                  <a:lnTo>
                    <a:pt x="0" y="257"/>
                  </a:lnTo>
                  <a:lnTo>
                    <a:pt x="10439" y="257"/>
                  </a:lnTo>
                  <a:lnTo>
                    <a:pt x="104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5913399" y="655115"/>
              <a:ext cx="222045" cy="6450"/>
            </a:xfrm>
            <a:custGeom>
              <a:avLst/>
              <a:gdLst/>
              <a:ahLst/>
              <a:cxnLst/>
              <a:rect l="l" t="t" r="r" b="b"/>
              <a:pathLst>
                <a:path w="9183" h="258" extrusionOk="0">
                  <a:moveTo>
                    <a:pt x="1" y="0"/>
                  </a:moveTo>
                  <a:lnTo>
                    <a:pt x="1" y="257"/>
                  </a:lnTo>
                  <a:lnTo>
                    <a:pt x="9182" y="257"/>
                  </a:lnTo>
                  <a:lnTo>
                    <a:pt x="918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5939750" y="472513"/>
              <a:ext cx="112900" cy="51600"/>
            </a:xfrm>
            <a:custGeom>
              <a:avLst/>
              <a:gdLst/>
              <a:ahLst/>
              <a:cxnLst/>
              <a:rect l="l" t="t" r="r" b="b"/>
              <a:pathLst>
                <a:path w="4516" h="2064" extrusionOk="0">
                  <a:moveTo>
                    <a:pt x="2258" y="0"/>
                  </a:moveTo>
                  <a:lnTo>
                    <a:pt x="0" y="1310"/>
                  </a:lnTo>
                  <a:lnTo>
                    <a:pt x="0" y="2063"/>
                  </a:lnTo>
                  <a:lnTo>
                    <a:pt x="4516" y="2063"/>
                  </a:lnTo>
                  <a:lnTo>
                    <a:pt x="4516" y="1310"/>
                  </a:lnTo>
                  <a:lnTo>
                    <a:pt x="22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5935775" y="472513"/>
              <a:ext cx="60450" cy="32775"/>
            </a:xfrm>
            <a:custGeom>
              <a:avLst/>
              <a:gdLst/>
              <a:ahLst/>
              <a:cxnLst/>
              <a:rect l="l" t="t" r="r" b="b"/>
              <a:pathLst>
                <a:path w="2418" h="1311" extrusionOk="0">
                  <a:moveTo>
                    <a:pt x="2258" y="0"/>
                  </a:moveTo>
                  <a:lnTo>
                    <a:pt x="0" y="1310"/>
                  </a:lnTo>
                  <a:lnTo>
                    <a:pt x="159" y="1310"/>
                  </a:lnTo>
                  <a:lnTo>
                    <a:pt x="2417" y="0"/>
                  </a:lnTo>
                  <a:close/>
                </a:path>
              </a:pathLst>
            </a:custGeom>
            <a:solidFill>
              <a:srgbClr val="FFE4C7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5935775" y="505263"/>
              <a:ext cx="4000" cy="18850"/>
            </a:xfrm>
            <a:custGeom>
              <a:avLst/>
              <a:gdLst/>
              <a:ahLst/>
              <a:cxnLst/>
              <a:rect l="l" t="t" r="r" b="b"/>
              <a:pathLst>
                <a:path w="160" h="754" extrusionOk="0">
                  <a:moveTo>
                    <a:pt x="0" y="0"/>
                  </a:moveTo>
                  <a:lnTo>
                    <a:pt x="0" y="753"/>
                  </a:lnTo>
                  <a:lnTo>
                    <a:pt x="159" y="75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6D79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5989775" y="855213"/>
              <a:ext cx="57125" cy="33675"/>
            </a:xfrm>
            <a:custGeom>
              <a:avLst/>
              <a:gdLst/>
              <a:ahLst/>
              <a:cxnLst/>
              <a:rect l="l" t="t" r="r" b="b"/>
              <a:pathLst>
                <a:path w="2285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2285" y="1346"/>
                  </a:lnTo>
                  <a:lnTo>
                    <a:pt x="2285" y="868"/>
                  </a:lnTo>
                  <a:lnTo>
                    <a:pt x="1585" y="868"/>
                  </a:lnTo>
                  <a:lnTo>
                    <a:pt x="1585" y="461"/>
                  </a:lnTo>
                  <a:lnTo>
                    <a:pt x="841" y="461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6010800" y="855213"/>
              <a:ext cx="51150" cy="11525"/>
            </a:xfrm>
            <a:custGeom>
              <a:avLst/>
              <a:gdLst/>
              <a:ahLst/>
              <a:cxnLst/>
              <a:rect l="l" t="t" r="r" b="b"/>
              <a:pathLst>
                <a:path w="2046" h="461" extrusionOk="0">
                  <a:moveTo>
                    <a:pt x="0" y="0"/>
                  </a:moveTo>
                  <a:lnTo>
                    <a:pt x="0" y="461"/>
                  </a:lnTo>
                  <a:lnTo>
                    <a:pt x="2046" y="461"/>
                  </a:lnTo>
                  <a:lnTo>
                    <a:pt x="20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2" name="Google Shape;1202;p37"/>
            <p:cNvSpPr/>
            <p:nvPr/>
          </p:nvSpPr>
          <p:spPr>
            <a:xfrm>
              <a:off x="6010800" y="864513"/>
              <a:ext cx="51150" cy="2225"/>
            </a:xfrm>
            <a:custGeom>
              <a:avLst/>
              <a:gdLst/>
              <a:ahLst/>
              <a:cxnLst/>
              <a:rect l="l" t="t" r="r" b="b"/>
              <a:pathLst>
                <a:path w="2046" h="89" extrusionOk="0">
                  <a:moveTo>
                    <a:pt x="0" y="0"/>
                  </a:moveTo>
                  <a:lnTo>
                    <a:pt x="0" y="89"/>
                  </a:lnTo>
                  <a:lnTo>
                    <a:pt x="2046" y="89"/>
                  </a:lnTo>
                  <a:lnTo>
                    <a:pt x="2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6029400" y="866713"/>
              <a:ext cx="51150" cy="10200"/>
            </a:xfrm>
            <a:custGeom>
              <a:avLst/>
              <a:gdLst/>
              <a:ahLst/>
              <a:cxnLst/>
              <a:rect l="l" t="t" r="r" b="b"/>
              <a:pathLst>
                <a:path w="2046" h="408" extrusionOk="0">
                  <a:moveTo>
                    <a:pt x="0" y="1"/>
                  </a:moveTo>
                  <a:lnTo>
                    <a:pt x="0" y="408"/>
                  </a:lnTo>
                  <a:lnTo>
                    <a:pt x="2045" y="408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6046875" y="876888"/>
              <a:ext cx="51150" cy="12000"/>
            </a:xfrm>
            <a:custGeom>
              <a:avLst/>
              <a:gdLst/>
              <a:ahLst/>
              <a:cxnLst/>
              <a:rect l="l" t="t" r="r" b="b"/>
              <a:pathLst>
                <a:path w="2046" h="480" extrusionOk="0">
                  <a:moveTo>
                    <a:pt x="1" y="1"/>
                  </a:moveTo>
                  <a:lnTo>
                    <a:pt x="1" y="479"/>
                  </a:lnTo>
                  <a:lnTo>
                    <a:pt x="2046" y="479"/>
                  </a:lnTo>
                  <a:lnTo>
                    <a:pt x="20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6029400" y="874688"/>
              <a:ext cx="51150" cy="2225"/>
            </a:xfrm>
            <a:custGeom>
              <a:avLst/>
              <a:gdLst/>
              <a:ahLst/>
              <a:cxnLst/>
              <a:rect l="l" t="t" r="r" b="b"/>
              <a:pathLst>
                <a:path w="2046" h="89" extrusionOk="0">
                  <a:moveTo>
                    <a:pt x="0" y="0"/>
                  </a:moveTo>
                  <a:lnTo>
                    <a:pt x="0" y="89"/>
                  </a:lnTo>
                  <a:lnTo>
                    <a:pt x="2045" y="89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6046875" y="886638"/>
              <a:ext cx="51150" cy="2250"/>
            </a:xfrm>
            <a:custGeom>
              <a:avLst/>
              <a:gdLst/>
              <a:ahLst/>
              <a:cxnLst/>
              <a:rect l="l" t="t" r="r" b="b"/>
              <a:pathLst>
                <a:path w="2046" h="90" extrusionOk="0">
                  <a:moveTo>
                    <a:pt x="1" y="0"/>
                  </a:moveTo>
                  <a:lnTo>
                    <a:pt x="1" y="89"/>
                  </a:lnTo>
                  <a:lnTo>
                    <a:pt x="2046" y="89"/>
                  </a:lnTo>
                  <a:lnTo>
                    <a:pt x="2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5989775" y="749188"/>
              <a:ext cx="72175" cy="106050"/>
            </a:xfrm>
            <a:custGeom>
              <a:avLst/>
              <a:gdLst/>
              <a:ahLst/>
              <a:cxnLst/>
              <a:rect l="l" t="t" r="r" b="b"/>
              <a:pathLst>
                <a:path w="2887" h="4242" extrusionOk="0">
                  <a:moveTo>
                    <a:pt x="1443" y="0"/>
                  </a:moveTo>
                  <a:cubicBezTo>
                    <a:pt x="647" y="0"/>
                    <a:pt x="0" y="647"/>
                    <a:pt x="0" y="1443"/>
                  </a:cubicBezTo>
                  <a:lnTo>
                    <a:pt x="0" y="4241"/>
                  </a:lnTo>
                  <a:lnTo>
                    <a:pt x="2887" y="4241"/>
                  </a:lnTo>
                  <a:lnTo>
                    <a:pt x="2887" y="1443"/>
                  </a:lnTo>
                  <a:cubicBezTo>
                    <a:pt x="2887" y="647"/>
                    <a:pt x="2240" y="0"/>
                    <a:pt x="1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8" name="Google Shape;1208;p37"/>
            <p:cNvSpPr/>
            <p:nvPr/>
          </p:nvSpPr>
          <p:spPr>
            <a:xfrm>
              <a:off x="5993525" y="752938"/>
              <a:ext cx="64675" cy="102300"/>
            </a:xfrm>
            <a:custGeom>
              <a:avLst/>
              <a:gdLst/>
              <a:ahLst/>
              <a:cxnLst/>
              <a:rect l="l" t="t" r="r" b="b"/>
              <a:pathLst>
                <a:path w="2587" h="4092" extrusionOk="0">
                  <a:moveTo>
                    <a:pt x="1293" y="1"/>
                  </a:moveTo>
                  <a:cubicBezTo>
                    <a:pt x="585" y="1"/>
                    <a:pt x="1" y="576"/>
                    <a:pt x="1" y="1293"/>
                  </a:cubicBezTo>
                  <a:lnTo>
                    <a:pt x="1" y="4091"/>
                  </a:lnTo>
                  <a:lnTo>
                    <a:pt x="2586" y="4091"/>
                  </a:lnTo>
                  <a:lnTo>
                    <a:pt x="2586" y="1293"/>
                  </a:lnTo>
                  <a:cubicBezTo>
                    <a:pt x="2586" y="576"/>
                    <a:pt x="2011" y="1"/>
                    <a:pt x="1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09" name="Google Shape;1209;p37"/>
            <p:cNvSpPr/>
            <p:nvPr/>
          </p:nvSpPr>
          <p:spPr>
            <a:xfrm>
              <a:off x="6020325" y="752938"/>
              <a:ext cx="37875" cy="102300"/>
            </a:xfrm>
            <a:custGeom>
              <a:avLst/>
              <a:gdLst/>
              <a:ahLst/>
              <a:cxnLst/>
              <a:rect l="l" t="t" r="r" b="b"/>
              <a:pathLst>
                <a:path w="1515" h="4092" extrusionOk="0">
                  <a:moveTo>
                    <a:pt x="221" y="1"/>
                  </a:moveTo>
                  <a:cubicBezTo>
                    <a:pt x="151" y="1"/>
                    <a:pt x="71" y="1"/>
                    <a:pt x="0" y="19"/>
                  </a:cubicBezTo>
                  <a:cubicBezTo>
                    <a:pt x="602" y="125"/>
                    <a:pt x="1063" y="656"/>
                    <a:pt x="1063" y="1293"/>
                  </a:cubicBezTo>
                  <a:lnTo>
                    <a:pt x="1063" y="4091"/>
                  </a:lnTo>
                  <a:lnTo>
                    <a:pt x="1514" y="4091"/>
                  </a:lnTo>
                  <a:lnTo>
                    <a:pt x="1514" y="1293"/>
                  </a:lnTo>
                  <a:cubicBezTo>
                    <a:pt x="1514" y="576"/>
                    <a:pt x="939" y="1"/>
                    <a:pt x="2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5993525" y="766663"/>
              <a:ext cx="46950" cy="88575"/>
            </a:xfrm>
            <a:custGeom>
              <a:avLst/>
              <a:gdLst/>
              <a:ahLst/>
              <a:cxnLst/>
              <a:rect l="l" t="t" r="r" b="b"/>
              <a:pathLst>
                <a:path w="1878" h="3543" extrusionOk="0">
                  <a:moveTo>
                    <a:pt x="851" y="1"/>
                  </a:moveTo>
                  <a:cubicBezTo>
                    <a:pt x="532" y="1"/>
                    <a:pt x="240" y="151"/>
                    <a:pt x="54" y="381"/>
                  </a:cubicBezTo>
                  <a:cubicBezTo>
                    <a:pt x="19" y="497"/>
                    <a:pt x="1" y="621"/>
                    <a:pt x="1" y="744"/>
                  </a:cubicBezTo>
                  <a:lnTo>
                    <a:pt x="1" y="3542"/>
                  </a:lnTo>
                  <a:lnTo>
                    <a:pt x="1878" y="3542"/>
                  </a:lnTo>
                  <a:lnTo>
                    <a:pt x="1878" y="1037"/>
                  </a:lnTo>
                  <a:cubicBezTo>
                    <a:pt x="1878" y="461"/>
                    <a:pt x="1417" y="10"/>
                    <a:pt x="851" y="10"/>
                  </a:cubicBezTo>
                  <a:lnTo>
                    <a:pt x="851" y="1"/>
                  </a:lnTo>
                  <a:close/>
                </a:path>
              </a:pathLst>
            </a:custGeom>
            <a:solidFill>
              <a:srgbClr val="FFFFFE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5993525" y="771088"/>
              <a:ext cx="42750" cy="84150"/>
            </a:xfrm>
            <a:custGeom>
              <a:avLst/>
              <a:gdLst/>
              <a:ahLst/>
              <a:cxnLst/>
              <a:rect l="l" t="t" r="r" b="b"/>
              <a:pathLst>
                <a:path w="1710" h="3366" extrusionOk="0">
                  <a:moveTo>
                    <a:pt x="851" y="1"/>
                  </a:moveTo>
                  <a:cubicBezTo>
                    <a:pt x="417" y="1"/>
                    <a:pt x="54" y="328"/>
                    <a:pt x="1" y="753"/>
                  </a:cubicBezTo>
                  <a:lnTo>
                    <a:pt x="1" y="3365"/>
                  </a:lnTo>
                  <a:lnTo>
                    <a:pt x="1710" y="3365"/>
                  </a:lnTo>
                  <a:lnTo>
                    <a:pt x="1710" y="851"/>
                  </a:lnTo>
                  <a:cubicBezTo>
                    <a:pt x="1710" y="382"/>
                    <a:pt x="1320" y="1"/>
                    <a:pt x="8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5932875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1" y="1"/>
                  </a:moveTo>
                  <a:lnTo>
                    <a:pt x="1" y="4596"/>
                  </a:lnTo>
                  <a:lnTo>
                    <a:pt x="125" y="4596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5935975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1" y="1"/>
                  </a:moveTo>
                  <a:lnTo>
                    <a:pt x="1" y="4596"/>
                  </a:lnTo>
                  <a:lnTo>
                    <a:pt x="125" y="4596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5977600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0" y="1"/>
                  </a:moveTo>
                  <a:lnTo>
                    <a:pt x="0" y="4596"/>
                  </a:lnTo>
                  <a:lnTo>
                    <a:pt x="124" y="459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5935975" y="689188"/>
              <a:ext cx="44750" cy="2700"/>
            </a:xfrm>
            <a:custGeom>
              <a:avLst/>
              <a:gdLst/>
              <a:ahLst/>
              <a:cxnLst/>
              <a:rect l="l" t="t" r="r" b="b"/>
              <a:pathLst>
                <a:path w="1790" h="108" extrusionOk="0">
                  <a:moveTo>
                    <a:pt x="1" y="1"/>
                  </a:moveTo>
                  <a:lnTo>
                    <a:pt x="1" y="107"/>
                  </a:lnTo>
                  <a:lnTo>
                    <a:pt x="1789" y="107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5935975" y="801188"/>
              <a:ext cx="44750" cy="2925"/>
            </a:xfrm>
            <a:custGeom>
              <a:avLst/>
              <a:gdLst/>
              <a:ahLst/>
              <a:cxnLst/>
              <a:rect l="l" t="t" r="r" b="b"/>
              <a:pathLst>
                <a:path w="1790" h="117" extrusionOk="0">
                  <a:moveTo>
                    <a:pt x="1" y="1"/>
                  </a:moveTo>
                  <a:lnTo>
                    <a:pt x="1" y="116"/>
                  </a:lnTo>
                  <a:lnTo>
                    <a:pt x="1789" y="116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5939075" y="691863"/>
              <a:ext cx="38550" cy="109350"/>
            </a:xfrm>
            <a:custGeom>
              <a:avLst/>
              <a:gdLst/>
              <a:ahLst/>
              <a:cxnLst/>
              <a:rect l="l" t="t" r="r" b="b"/>
              <a:pathLst>
                <a:path w="1542" h="4374" extrusionOk="0">
                  <a:moveTo>
                    <a:pt x="1" y="0"/>
                  </a:moveTo>
                  <a:lnTo>
                    <a:pt x="1" y="4374"/>
                  </a:lnTo>
                  <a:lnTo>
                    <a:pt x="1541" y="4374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8" name="Google Shape;1218;p37"/>
            <p:cNvSpPr/>
            <p:nvPr/>
          </p:nvSpPr>
          <p:spPr>
            <a:xfrm>
              <a:off x="5974500" y="691863"/>
              <a:ext cx="3125" cy="109350"/>
            </a:xfrm>
            <a:custGeom>
              <a:avLst/>
              <a:gdLst/>
              <a:ahLst/>
              <a:cxnLst/>
              <a:rect l="l" t="t" r="r" b="b"/>
              <a:pathLst>
                <a:path w="125" h="4374" extrusionOk="0">
                  <a:moveTo>
                    <a:pt x="0" y="0"/>
                  </a:moveTo>
                  <a:lnTo>
                    <a:pt x="0" y="4374"/>
                  </a:lnTo>
                  <a:lnTo>
                    <a:pt x="124" y="437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19" name="Google Shape;1219;p37"/>
            <p:cNvSpPr/>
            <p:nvPr/>
          </p:nvSpPr>
          <p:spPr>
            <a:xfrm>
              <a:off x="6069675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1" y="1"/>
                  </a:moveTo>
                  <a:lnTo>
                    <a:pt x="1" y="4596"/>
                  </a:lnTo>
                  <a:lnTo>
                    <a:pt x="124" y="459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6072775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0" y="1"/>
                  </a:moveTo>
                  <a:lnTo>
                    <a:pt x="0" y="4596"/>
                  </a:lnTo>
                  <a:lnTo>
                    <a:pt x="124" y="459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6114175" y="689188"/>
              <a:ext cx="3125" cy="114925"/>
            </a:xfrm>
            <a:custGeom>
              <a:avLst/>
              <a:gdLst/>
              <a:ahLst/>
              <a:cxnLst/>
              <a:rect l="l" t="t" r="r" b="b"/>
              <a:pathLst>
                <a:path w="125" h="4597" extrusionOk="0">
                  <a:moveTo>
                    <a:pt x="0" y="1"/>
                  </a:moveTo>
                  <a:lnTo>
                    <a:pt x="0" y="4596"/>
                  </a:lnTo>
                  <a:lnTo>
                    <a:pt x="124" y="4596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2" name="Google Shape;1222;p37"/>
            <p:cNvSpPr/>
            <p:nvPr/>
          </p:nvSpPr>
          <p:spPr>
            <a:xfrm>
              <a:off x="6072775" y="689188"/>
              <a:ext cx="44525" cy="2700"/>
            </a:xfrm>
            <a:custGeom>
              <a:avLst/>
              <a:gdLst/>
              <a:ahLst/>
              <a:cxnLst/>
              <a:rect l="l" t="t" r="r" b="b"/>
              <a:pathLst>
                <a:path w="1781" h="108" extrusionOk="0">
                  <a:moveTo>
                    <a:pt x="0" y="1"/>
                  </a:moveTo>
                  <a:lnTo>
                    <a:pt x="0" y="107"/>
                  </a:lnTo>
                  <a:lnTo>
                    <a:pt x="1780" y="107"/>
                  </a:lnTo>
                  <a:lnTo>
                    <a:pt x="1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3" name="Google Shape;1223;p37"/>
            <p:cNvSpPr/>
            <p:nvPr/>
          </p:nvSpPr>
          <p:spPr>
            <a:xfrm>
              <a:off x="6072775" y="801188"/>
              <a:ext cx="44525" cy="2925"/>
            </a:xfrm>
            <a:custGeom>
              <a:avLst/>
              <a:gdLst/>
              <a:ahLst/>
              <a:cxnLst/>
              <a:rect l="l" t="t" r="r" b="b"/>
              <a:pathLst>
                <a:path w="1781" h="117" extrusionOk="0">
                  <a:moveTo>
                    <a:pt x="0" y="1"/>
                  </a:moveTo>
                  <a:lnTo>
                    <a:pt x="0" y="116"/>
                  </a:lnTo>
                  <a:lnTo>
                    <a:pt x="1780" y="116"/>
                  </a:lnTo>
                  <a:lnTo>
                    <a:pt x="17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6075875" y="691863"/>
              <a:ext cx="38325" cy="109350"/>
            </a:xfrm>
            <a:custGeom>
              <a:avLst/>
              <a:gdLst/>
              <a:ahLst/>
              <a:cxnLst/>
              <a:rect l="l" t="t" r="r" b="b"/>
              <a:pathLst>
                <a:path w="1533" h="4374" extrusionOk="0">
                  <a:moveTo>
                    <a:pt x="0" y="0"/>
                  </a:moveTo>
                  <a:lnTo>
                    <a:pt x="0" y="4374"/>
                  </a:lnTo>
                  <a:lnTo>
                    <a:pt x="1532" y="4374"/>
                  </a:lnTo>
                  <a:lnTo>
                    <a:pt x="15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6111075" y="691863"/>
              <a:ext cx="3125" cy="109350"/>
            </a:xfrm>
            <a:custGeom>
              <a:avLst/>
              <a:gdLst/>
              <a:ahLst/>
              <a:cxnLst/>
              <a:rect l="l" t="t" r="r" b="b"/>
              <a:pathLst>
                <a:path w="125" h="4374" extrusionOk="0">
                  <a:moveTo>
                    <a:pt x="0" y="0"/>
                  </a:moveTo>
                  <a:lnTo>
                    <a:pt x="0" y="4374"/>
                  </a:lnTo>
                  <a:lnTo>
                    <a:pt x="124" y="437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5766425" y="689188"/>
              <a:ext cx="3350" cy="112250"/>
            </a:xfrm>
            <a:custGeom>
              <a:avLst/>
              <a:gdLst/>
              <a:ahLst/>
              <a:cxnLst/>
              <a:rect l="l" t="t" r="r" b="b"/>
              <a:pathLst>
                <a:path w="134" h="4490" extrusionOk="0">
                  <a:moveTo>
                    <a:pt x="1" y="1"/>
                  </a:moveTo>
                  <a:lnTo>
                    <a:pt x="1" y="4490"/>
                  </a:lnTo>
                  <a:lnTo>
                    <a:pt x="134" y="4490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5762900" y="689188"/>
              <a:ext cx="3550" cy="112250"/>
            </a:xfrm>
            <a:custGeom>
              <a:avLst/>
              <a:gdLst/>
              <a:ahLst/>
              <a:cxnLst/>
              <a:rect l="l" t="t" r="r" b="b"/>
              <a:pathLst>
                <a:path w="142" h="4490" extrusionOk="0">
                  <a:moveTo>
                    <a:pt x="0" y="1"/>
                  </a:moveTo>
                  <a:lnTo>
                    <a:pt x="0" y="4490"/>
                  </a:lnTo>
                  <a:lnTo>
                    <a:pt x="142" y="4490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5716625" y="689188"/>
              <a:ext cx="3575" cy="112250"/>
            </a:xfrm>
            <a:custGeom>
              <a:avLst/>
              <a:gdLst/>
              <a:ahLst/>
              <a:cxnLst/>
              <a:rect l="l" t="t" r="r" b="b"/>
              <a:pathLst>
                <a:path w="143" h="4490" extrusionOk="0">
                  <a:moveTo>
                    <a:pt x="1" y="1"/>
                  </a:moveTo>
                  <a:lnTo>
                    <a:pt x="1" y="4490"/>
                  </a:lnTo>
                  <a:lnTo>
                    <a:pt x="143" y="4490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29" name="Google Shape;1229;p37"/>
            <p:cNvSpPr/>
            <p:nvPr/>
          </p:nvSpPr>
          <p:spPr>
            <a:xfrm>
              <a:off x="5716625" y="689188"/>
              <a:ext cx="49825" cy="3125"/>
            </a:xfrm>
            <a:custGeom>
              <a:avLst/>
              <a:gdLst/>
              <a:ahLst/>
              <a:cxnLst/>
              <a:rect l="l" t="t" r="r" b="b"/>
              <a:pathLst>
                <a:path w="1993" h="125" extrusionOk="0">
                  <a:moveTo>
                    <a:pt x="1" y="1"/>
                  </a:moveTo>
                  <a:lnTo>
                    <a:pt x="1" y="125"/>
                  </a:lnTo>
                  <a:lnTo>
                    <a:pt x="1993" y="125"/>
                  </a:lnTo>
                  <a:lnTo>
                    <a:pt x="19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0" name="Google Shape;1230;p37"/>
            <p:cNvSpPr/>
            <p:nvPr/>
          </p:nvSpPr>
          <p:spPr>
            <a:xfrm>
              <a:off x="5716625" y="798313"/>
              <a:ext cx="49825" cy="3125"/>
            </a:xfrm>
            <a:custGeom>
              <a:avLst/>
              <a:gdLst/>
              <a:ahLst/>
              <a:cxnLst/>
              <a:rect l="l" t="t" r="r" b="b"/>
              <a:pathLst>
                <a:path w="1993" h="125" extrusionOk="0">
                  <a:moveTo>
                    <a:pt x="1" y="1"/>
                  </a:moveTo>
                  <a:lnTo>
                    <a:pt x="1" y="125"/>
                  </a:lnTo>
                  <a:lnTo>
                    <a:pt x="1993" y="125"/>
                  </a:lnTo>
                  <a:lnTo>
                    <a:pt x="19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1" name="Google Shape;1231;p37"/>
            <p:cNvSpPr/>
            <p:nvPr/>
          </p:nvSpPr>
          <p:spPr>
            <a:xfrm>
              <a:off x="5720175" y="692288"/>
              <a:ext cx="42750" cy="106050"/>
            </a:xfrm>
            <a:custGeom>
              <a:avLst/>
              <a:gdLst/>
              <a:ahLst/>
              <a:cxnLst/>
              <a:rect l="l" t="t" r="r" b="b"/>
              <a:pathLst>
                <a:path w="1710" h="4242" extrusionOk="0">
                  <a:moveTo>
                    <a:pt x="1" y="1"/>
                  </a:moveTo>
                  <a:lnTo>
                    <a:pt x="1" y="4242"/>
                  </a:lnTo>
                  <a:lnTo>
                    <a:pt x="1709" y="4242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5720175" y="692288"/>
              <a:ext cx="3575" cy="106050"/>
            </a:xfrm>
            <a:custGeom>
              <a:avLst/>
              <a:gdLst/>
              <a:ahLst/>
              <a:cxnLst/>
              <a:rect l="l" t="t" r="r" b="b"/>
              <a:pathLst>
                <a:path w="143" h="4242" extrusionOk="0">
                  <a:moveTo>
                    <a:pt x="1" y="1"/>
                  </a:moveTo>
                  <a:lnTo>
                    <a:pt x="1" y="4242"/>
                  </a:lnTo>
                  <a:lnTo>
                    <a:pt x="142" y="4242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47809E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5833275" y="689188"/>
              <a:ext cx="3350" cy="112250"/>
            </a:xfrm>
            <a:custGeom>
              <a:avLst/>
              <a:gdLst/>
              <a:ahLst/>
              <a:cxnLst/>
              <a:rect l="l" t="t" r="r" b="b"/>
              <a:pathLst>
                <a:path w="134" h="4490" extrusionOk="0">
                  <a:moveTo>
                    <a:pt x="1" y="1"/>
                  </a:moveTo>
                  <a:lnTo>
                    <a:pt x="1" y="4490"/>
                  </a:lnTo>
                  <a:lnTo>
                    <a:pt x="134" y="4490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5829750" y="689188"/>
              <a:ext cx="3550" cy="112250"/>
            </a:xfrm>
            <a:custGeom>
              <a:avLst/>
              <a:gdLst/>
              <a:ahLst/>
              <a:cxnLst/>
              <a:rect l="l" t="t" r="r" b="b"/>
              <a:pathLst>
                <a:path w="142" h="4490" extrusionOk="0">
                  <a:moveTo>
                    <a:pt x="0" y="1"/>
                  </a:moveTo>
                  <a:lnTo>
                    <a:pt x="0" y="4490"/>
                  </a:lnTo>
                  <a:lnTo>
                    <a:pt x="142" y="4490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5" name="Google Shape;1235;p37"/>
            <p:cNvSpPr/>
            <p:nvPr/>
          </p:nvSpPr>
          <p:spPr>
            <a:xfrm>
              <a:off x="5783475" y="689188"/>
              <a:ext cx="3575" cy="112250"/>
            </a:xfrm>
            <a:custGeom>
              <a:avLst/>
              <a:gdLst/>
              <a:ahLst/>
              <a:cxnLst/>
              <a:rect l="l" t="t" r="r" b="b"/>
              <a:pathLst>
                <a:path w="143" h="4490" extrusionOk="0">
                  <a:moveTo>
                    <a:pt x="1" y="1"/>
                  </a:moveTo>
                  <a:lnTo>
                    <a:pt x="1" y="4490"/>
                  </a:lnTo>
                  <a:lnTo>
                    <a:pt x="142" y="4490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6" name="Google Shape;1236;p37"/>
            <p:cNvSpPr/>
            <p:nvPr/>
          </p:nvSpPr>
          <p:spPr>
            <a:xfrm>
              <a:off x="5783475" y="689188"/>
              <a:ext cx="49825" cy="3125"/>
            </a:xfrm>
            <a:custGeom>
              <a:avLst/>
              <a:gdLst/>
              <a:ahLst/>
              <a:cxnLst/>
              <a:rect l="l" t="t" r="r" b="b"/>
              <a:pathLst>
                <a:path w="1993" h="125" extrusionOk="0">
                  <a:moveTo>
                    <a:pt x="1" y="1"/>
                  </a:moveTo>
                  <a:lnTo>
                    <a:pt x="1" y="125"/>
                  </a:lnTo>
                  <a:lnTo>
                    <a:pt x="1993" y="125"/>
                  </a:lnTo>
                  <a:lnTo>
                    <a:pt x="19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7" name="Google Shape;1237;p37"/>
            <p:cNvSpPr/>
            <p:nvPr/>
          </p:nvSpPr>
          <p:spPr>
            <a:xfrm>
              <a:off x="5783475" y="798313"/>
              <a:ext cx="49825" cy="3125"/>
            </a:xfrm>
            <a:custGeom>
              <a:avLst/>
              <a:gdLst/>
              <a:ahLst/>
              <a:cxnLst/>
              <a:rect l="l" t="t" r="r" b="b"/>
              <a:pathLst>
                <a:path w="1993" h="125" extrusionOk="0">
                  <a:moveTo>
                    <a:pt x="1" y="1"/>
                  </a:moveTo>
                  <a:lnTo>
                    <a:pt x="1" y="125"/>
                  </a:lnTo>
                  <a:lnTo>
                    <a:pt x="1993" y="125"/>
                  </a:lnTo>
                  <a:lnTo>
                    <a:pt x="19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8" name="Google Shape;1238;p37"/>
            <p:cNvSpPr/>
            <p:nvPr/>
          </p:nvSpPr>
          <p:spPr>
            <a:xfrm>
              <a:off x="5787025" y="692288"/>
              <a:ext cx="42750" cy="106050"/>
            </a:xfrm>
            <a:custGeom>
              <a:avLst/>
              <a:gdLst/>
              <a:ahLst/>
              <a:cxnLst/>
              <a:rect l="l" t="t" r="r" b="b"/>
              <a:pathLst>
                <a:path w="1710" h="4242" extrusionOk="0">
                  <a:moveTo>
                    <a:pt x="0" y="1"/>
                  </a:moveTo>
                  <a:lnTo>
                    <a:pt x="0" y="4242"/>
                  </a:lnTo>
                  <a:lnTo>
                    <a:pt x="1709" y="4242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39" name="Google Shape;1239;p37"/>
            <p:cNvSpPr/>
            <p:nvPr/>
          </p:nvSpPr>
          <p:spPr>
            <a:xfrm>
              <a:off x="5787025" y="692288"/>
              <a:ext cx="3350" cy="106050"/>
            </a:xfrm>
            <a:custGeom>
              <a:avLst/>
              <a:gdLst/>
              <a:ahLst/>
              <a:cxnLst/>
              <a:rect l="l" t="t" r="r" b="b"/>
              <a:pathLst>
                <a:path w="134" h="4242" extrusionOk="0">
                  <a:moveTo>
                    <a:pt x="0" y="1"/>
                  </a:moveTo>
                  <a:lnTo>
                    <a:pt x="0" y="4242"/>
                  </a:lnTo>
                  <a:lnTo>
                    <a:pt x="133" y="4242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0" name="Google Shape;1240;p37"/>
            <p:cNvSpPr/>
            <p:nvPr/>
          </p:nvSpPr>
          <p:spPr>
            <a:xfrm>
              <a:off x="593287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1" y="0"/>
                  </a:moveTo>
                  <a:lnTo>
                    <a:pt x="1" y="2258"/>
                  </a:lnTo>
                  <a:lnTo>
                    <a:pt x="125" y="225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1" name="Google Shape;1241;p37"/>
            <p:cNvSpPr/>
            <p:nvPr/>
          </p:nvSpPr>
          <p:spPr>
            <a:xfrm>
              <a:off x="593597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1" y="0"/>
                  </a:moveTo>
                  <a:lnTo>
                    <a:pt x="1" y="2258"/>
                  </a:lnTo>
                  <a:lnTo>
                    <a:pt x="125" y="225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2" name="Google Shape;1242;p37"/>
            <p:cNvSpPr/>
            <p:nvPr/>
          </p:nvSpPr>
          <p:spPr>
            <a:xfrm>
              <a:off x="5977600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0" y="0"/>
                  </a:moveTo>
                  <a:lnTo>
                    <a:pt x="0" y="2258"/>
                  </a:lnTo>
                  <a:lnTo>
                    <a:pt x="124" y="225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3" name="Google Shape;1243;p37"/>
            <p:cNvSpPr/>
            <p:nvPr/>
          </p:nvSpPr>
          <p:spPr>
            <a:xfrm>
              <a:off x="5935975" y="569013"/>
              <a:ext cx="44750" cy="2900"/>
            </a:xfrm>
            <a:custGeom>
              <a:avLst/>
              <a:gdLst/>
              <a:ahLst/>
              <a:cxnLst/>
              <a:rect l="l" t="t" r="r" b="b"/>
              <a:pathLst>
                <a:path w="1790" h="116" extrusionOk="0">
                  <a:moveTo>
                    <a:pt x="1" y="0"/>
                  </a:moveTo>
                  <a:lnTo>
                    <a:pt x="1" y="115"/>
                  </a:lnTo>
                  <a:lnTo>
                    <a:pt x="1789" y="115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4" name="Google Shape;1244;p37"/>
            <p:cNvSpPr/>
            <p:nvPr/>
          </p:nvSpPr>
          <p:spPr>
            <a:xfrm>
              <a:off x="5935975" y="622563"/>
              <a:ext cx="44750" cy="2925"/>
            </a:xfrm>
            <a:custGeom>
              <a:avLst/>
              <a:gdLst/>
              <a:ahLst/>
              <a:cxnLst/>
              <a:rect l="l" t="t" r="r" b="b"/>
              <a:pathLst>
                <a:path w="1790" h="117" extrusionOk="0">
                  <a:moveTo>
                    <a:pt x="1" y="1"/>
                  </a:moveTo>
                  <a:lnTo>
                    <a:pt x="1" y="116"/>
                  </a:lnTo>
                  <a:lnTo>
                    <a:pt x="1789" y="116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5" name="Google Shape;1245;p37"/>
            <p:cNvSpPr/>
            <p:nvPr/>
          </p:nvSpPr>
          <p:spPr>
            <a:xfrm>
              <a:off x="5939075" y="571888"/>
              <a:ext cx="38550" cy="50925"/>
            </a:xfrm>
            <a:custGeom>
              <a:avLst/>
              <a:gdLst/>
              <a:ahLst/>
              <a:cxnLst/>
              <a:rect l="l" t="t" r="r" b="b"/>
              <a:pathLst>
                <a:path w="1542" h="2037" extrusionOk="0">
                  <a:moveTo>
                    <a:pt x="1" y="0"/>
                  </a:moveTo>
                  <a:lnTo>
                    <a:pt x="1" y="2037"/>
                  </a:lnTo>
                  <a:lnTo>
                    <a:pt x="1541" y="2037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6" name="Google Shape;1246;p37"/>
            <p:cNvSpPr/>
            <p:nvPr/>
          </p:nvSpPr>
          <p:spPr>
            <a:xfrm>
              <a:off x="5974500" y="571888"/>
              <a:ext cx="3125" cy="50925"/>
            </a:xfrm>
            <a:custGeom>
              <a:avLst/>
              <a:gdLst/>
              <a:ahLst/>
              <a:cxnLst/>
              <a:rect l="l" t="t" r="r" b="b"/>
              <a:pathLst>
                <a:path w="125" h="2037" extrusionOk="0">
                  <a:moveTo>
                    <a:pt x="0" y="0"/>
                  </a:moveTo>
                  <a:lnTo>
                    <a:pt x="0" y="2037"/>
                  </a:lnTo>
                  <a:lnTo>
                    <a:pt x="124" y="203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7" name="Google Shape;1247;p37"/>
            <p:cNvSpPr/>
            <p:nvPr/>
          </p:nvSpPr>
          <p:spPr>
            <a:xfrm>
              <a:off x="599907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0" y="0"/>
                  </a:moveTo>
                  <a:lnTo>
                    <a:pt x="0" y="2258"/>
                  </a:lnTo>
                  <a:lnTo>
                    <a:pt x="124" y="225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8" name="Google Shape;1248;p37"/>
            <p:cNvSpPr/>
            <p:nvPr/>
          </p:nvSpPr>
          <p:spPr>
            <a:xfrm>
              <a:off x="600217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0" y="0"/>
                  </a:moveTo>
                  <a:lnTo>
                    <a:pt x="0" y="2258"/>
                  </a:lnTo>
                  <a:lnTo>
                    <a:pt x="124" y="225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49" name="Google Shape;1249;p37"/>
            <p:cNvSpPr/>
            <p:nvPr/>
          </p:nvSpPr>
          <p:spPr>
            <a:xfrm>
              <a:off x="604377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1" y="0"/>
                  </a:moveTo>
                  <a:lnTo>
                    <a:pt x="1" y="2258"/>
                  </a:lnTo>
                  <a:lnTo>
                    <a:pt x="125" y="225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0" name="Google Shape;1250;p37"/>
            <p:cNvSpPr/>
            <p:nvPr/>
          </p:nvSpPr>
          <p:spPr>
            <a:xfrm>
              <a:off x="6002175" y="569013"/>
              <a:ext cx="44725" cy="2900"/>
            </a:xfrm>
            <a:custGeom>
              <a:avLst/>
              <a:gdLst/>
              <a:ahLst/>
              <a:cxnLst/>
              <a:rect l="l" t="t" r="r" b="b"/>
              <a:pathLst>
                <a:path w="1789" h="116" extrusionOk="0">
                  <a:moveTo>
                    <a:pt x="0" y="0"/>
                  </a:moveTo>
                  <a:lnTo>
                    <a:pt x="0" y="115"/>
                  </a:lnTo>
                  <a:lnTo>
                    <a:pt x="1789" y="115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1" name="Google Shape;1251;p37"/>
            <p:cNvSpPr/>
            <p:nvPr/>
          </p:nvSpPr>
          <p:spPr>
            <a:xfrm>
              <a:off x="6002175" y="622563"/>
              <a:ext cx="44725" cy="2925"/>
            </a:xfrm>
            <a:custGeom>
              <a:avLst/>
              <a:gdLst/>
              <a:ahLst/>
              <a:cxnLst/>
              <a:rect l="l" t="t" r="r" b="b"/>
              <a:pathLst>
                <a:path w="1789" h="117" extrusionOk="0">
                  <a:moveTo>
                    <a:pt x="0" y="1"/>
                  </a:moveTo>
                  <a:lnTo>
                    <a:pt x="0" y="116"/>
                  </a:lnTo>
                  <a:lnTo>
                    <a:pt x="1789" y="116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2" name="Google Shape;1252;p37"/>
            <p:cNvSpPr/>
            <p:nvPr/>
          </p:nvSpPr>
          <p:spPr>
            <a:xfrm>
              <a:off x="6005275" y="571888"/>
              <a:ext cx="38525" cy="50925"/>
            </a:xfrm>
            <a:custGeom>
              <a:avLst/>
              <a:gdLst/>
              <a:ahLst/>
              <a:cxnLst/>
              <a:rect l="l" t="t" r="r" b="b"/>
              <a:pathLst>
                <a:path w="1541" h="2037" extrusionOk="0">
                  <a:moveTo>
                    <a:pt x="0" y="0"/>
                  </a:moveTo>
                  <a:lnTo>
                    <a:pt x="0" y="2037"/>
                  </a:lnTo>
                  <a:lnTo>
                    <a:pt x="1541" y="2037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3" name="Google Shape;1253;p37"/>
            <p:cNvSpPr/>
            <p:nvPr/>
          </p:nvSpPr>
          <p:spPr>
            <a:xfrm>
              <a:off x="6040675" y="571888"/>
              <a:ext cx="3125" cy="50925"/>
            </a:xfrm>
            <a:custGeom>
              <a:avLst/>
              <a:gdLst/>
              <a:ahLst/>
              <a:cxnLst/>
              <a:rect l="l" t="t" r="r" b="b"/>
              <a:pathLst>
                <a:path w="125" h="2037" extrusionOk="0">
                  <a:moveTo>
                    <a:pt x="1" y="0"/>
                  </a:moveTo>
                  <a:lnTo>
                    <a:pt x="1" y="2037"/>
                  </a:lnTo>
                  <a:lnTo>
                    <a:pt x="125" y="2037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4" name="Google Shape;1254;p37"/>
            <p:cNvSpPr/>
            <p:nvPr/>
          </p:nvSpPr>
          <p:spPr>
            <a:xfrm>
              <a:off x="606502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1" y="0"/>
                  </a:moveTo>
                  <a:lnTo>
                    <a:pt x="1" y="2258"/>
                  </a:lnTo>
                  <a:lnTo>
                    <a:pt x="125" y="2258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5" name="Google Shape;1255;p37"/>
            <p:cNvSpPr/>
            <p:nvPr/>
          </p:nvSpPr>
          <p:spPr>
            <a:xfrm>
              <a:off x="6068125" y="569013"/>
              <a:ext cx="3125" cy="56475"/>
            </a:xfrm>
            <a:custGeom>
              <a:avLst/>
              <a:gdLst/>
              <a:ahLst/>
              <a:cxnLst/>
              <a:rect l="l" t="t" r="r" b="b"/>
              <a:pathLst>
                <a:path w="125" h="2259" extrusionOk="0">
                  <a:moveTo>
                    <a:pt x="1" y="0"/>
                  </a:moveTo>
                  <a:lnTo>
                    <a:pt x="1" y="2258"/>
                  </a:lnTo>
                  <a:lnTo>
                    <a:pt x="124" y="225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6" name="Google Shape;1256;p37"/>
            <p:cNvSpPr/>
            <p:nvPr/>
          </p:nvSpPr>
          <p:spPr>
            <a:xfrm>
              <a:off x="6109750" y="569013"/>
              <a:ext cx="3100" cy="56475"/>
            </a:xfrm>
            <a:custGeom>
              <a:avLst/>
              <a:gdLst/>
              <a:ahLst/>
              <a:cxnLst/>
              <a:rect l="l" t="t" r="r" b="b"/>
              <a:pathLst>
                <a:path w="124" h="2259" extrusionOk="0">
                  <a:moveTo>
                    <a:pt x="0" y="0"/>
                  </a:moveTo>
                  <a:lnTo>
                    <a:pt x="0" y="2258"/>
                  </a:lnTo>
                  <a:lnTo>
                    <a:pt x="124" y="225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7" name="Google Shape;1257;p37"/>
            <p:cNvSpPr/>
            <p:nvPr/>
          </p:nvSpPr>
          <p:spPr>
            <a:xfrm>
              <a:off x="6068125" y="569013"/>
              <a:ext cx="44725" cy="2900"/>
            </a:xfrm>
            <a:custGeom>
              <a:avLst/>
              <a:gdLst/>
              <a:ahLst/>
              <a:cxnLst/>
              <a:rect l="l" t="t" r="r" b="b"/>
              <a:pathLst>
                <a:path w="1789" h="116" extrusionOk="0">
                  <a:moveTo>
                    <a:pt x="1" y="0"/>
                  </a:moveTo>
                  <a:lnTo>
                    <a:pt x="1" y="115"/>
                  </a:lnTo>
                  <a:lnTo>
                    <a:pt x="1789" y="115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8" name="Google Shape;1258;p37"/>
            <p:cNvSpPr/>
            <p:nvPr/>
          </p:nvSpPr>
          <p:spPr>
            <a:xfrm>
              <a:off x="6068125" y="622563"/>
              <a:ext cx="44725" cy="2925"/>
            </a:xfrm>
            <a:custGeom>
              <a:avLst/>
              <a:gdLst/>
              <a:ahLst/>
              <a:cxnLst/>
              <a:rect l="l" t="t" r="r" b="b"/>
              <a:pathLst>
                <a:path w="1789" h="117" extrusionOk="0">
                  <a:moveTo>
                    <a:pt x="1" y="1"/>
                  </a:moveTo>
                  <a:lnTo>
                    <a:pt x="1" y="116"/>
                  </a:lnTo>
                  <a:lnTo>
                    <a:pt x="1789" y="116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59" name="Google Shape;1259;p37"/>
            <p:cNvSpPr/>
            <p:nvPr/>
          </p:nvSpPr>
          <p:spPr>
            <a:xfrm>
              <a:off x="6071225" y="571888"/>
              <a:ext cx="38550" cy="50925"/>
            </a:xfrm>
            <a:custGeom>
              <a:avLst/>
              <a:gdLst/>
              <a:ahLst/>
              <a:cxnLst/>
              <a:rect l="l" t="t" r="r" b="b"/>
              <a:pathLst>
                <a:path w="1542" h="2037" extrusionOk="0">
                  <a:moveTo>
                    <a:pt x="0" y="0"/>
                  </a:moveTo>
                  <a:lnTo>
                    <a:pt x="0" y="2037"/>
                  </a:lnTo>
                  <a:lnTo>
                    <a:pt x="1541" y="2037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0" name="Google Shape;1260;p37"/>
            <p:cNvSpPr/>
            <p:nvPr/>
          </p:nvSpPr>
          <p:spPr>
            <a:xfrm>
              <a:off x="6106650" y="571888"/>
              <a:ext cx="3125" cy="50925"/>
            </a:xfrm>
            <a:custGeom>
              <a:avLst/>
              <a:gdLst/>
              <a:ahLst/>
              <a:cxnLst/>
              <a:rect l="l" t="t" r="r" b="b"/>
              <a:pathLst>
                <a:path w="125" h="2037" extrusionOk="0">
                  <a:moveTo>
                    <a:pt x="0" y="0"/>
                  </a:moveTo>
                  <a:lnTo>
                    <a:pt x="0" y="2037"/>
                  </a:lnTo>
                  <a:lnTo>
                    <a:pt x="124" y="203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1" name="Google Shape;1261;p37"/>
            <p:cNvSpPr/>
            <p:nvPr/>
          </p:nvSpPr>
          <p:spPr>
            <a:xfrm>
              <a:off x="5921374" y="545333"/>
              <a:ext cx="214076" cy="40308"/>
            </a:xfrm>
            <a:custGeom>
              <a:avLst/>
              <a:gdLst/>
              <a:ahLst/>
              <a:cxnLst/>
              <a:rect l="l" t="t" r="r" b="b"/>
              <a:pathLst>
                <a:path w="8244" h="1612" extrusionOk="0">
                  <a:moveTo>
                    <a:pt x="1" y="0"/>
                  </a:moveTo>
                  <a:lnTo>
                    <a:pt x="1" y="1204"/>
                  </a:lnTo>
                  <a:lnTo>
                    <a:pt x="496" y="1611"/>
                  </a:lnTo>
                  <a:lnTo>
                    <a:pt x="8243" y="1611"/>
                  </a:lnTo>
                  <a:lnTo>
                    <a:pt x="8243" y="407"/>
                  </a:lnTo>
                  <a:lnTo>
                    <a:pt x="496" y="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2" name="Google Shape;1262;p37"/>
            <p:cNvSpPr/>
            <p:nvPr/>
          </p:nvSpPr>
          <p:spPr>
            <a:xfrm>
              <a:off x="5740975" y="516763"/>
              <a:ext cx="71525" cy="71750"/>
            </a:xfrm>
            <a:custGeom>
              <a:avLst/>
              <a:gdLst/>
              <a:ahLst/>
              <a:cxnLst/>
              <a:rect l="l" t="t" r="r" b="b"/>
              <a:pathLst>
                <a:path w="2861" h="2870" extrusionOk="0">
                  <a:moveTo>
                    <a:pt x="1435" y="1"/>
                  </a:moveTo>
                  <a:cubicBezTo>
                    <a:pt x="638" y="1"/>
                    <a:pt x="1" y="638"/>
                    <a:pt x="1" y="1435"/>
                  </a:cubicBezTo>
                  <a:cubicBezTo>
                    <a:pt x="1" y="2223"/>
                    <a:pt x="638" y="2869"/>
                    <a:pt x="1435" y="2869"/>
                  </a:cubicBezTo>
                  <a:cubicBezTo>
                    <a:pt x="2223" y="2869"/>
                    <a:pt x="2861" y="2223"/>
                    <a:pt x="2861" y="1435"/>
                  </a:cubicBezTo>
                  <a:cubicBezTo>
                    <a:pt x="2861" y="638"/>
                    <a:pt x="2223" y="1"/>
                    <a:pt x="14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3" name="Google Shape;1263;p37"/>
            <p:cNvSpPr/>
            <p:nvPr/>
          </p:nvSpPr>
          <p:spPr>
            <a:xfrm>
              <a:off x="5737000" y="516763"/>
              <a:ext cx="71725" cy="71750"/>
            </a:xfrm>
            <a:custGeom>
              <a:avLst/>
              <a:gdLst/>
              <a:ahLst/>
              <a:cxnLst/>
              <a:rect l="l" t="t" r="r" b="b"/>
              <a:pathLst>
                <a:path w="2869" h="2870" extrusionOk="0">
                  <a:moveTo>
                    <a:pt x="1435" y="1"/>
                  </a:moveTo>
                  <a:cubicBezTo>
                    <a:pt x="638" y="1"/>
                    <a:pt x="0" y="638"/>
                    <a:pt x="0" y="1435"/>
                  </a:cubicBezTo>
                  <a:cubicBezTo>
                    <a:pt x="0" y="2223"/>
                    <a:pt x="638" y="2869"/>
                    <a:pt x="1435" y="2869"/>
                  </a:cubicBezTo>
                  <a:cubicBezTo>
                    <a:pt x="2223" y="2869"/>
                    <a:pt x="2869" y="2223"/>
                    <a:pt x="2869" y="1435"/>
                  </a:cubicBezTo>
                  <a:cubicBezTo>
                    <a:pt x="2869" y="638"/>
                    <a:pt x="2223" y="1"/>
                    <a:pt x="1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4" name="Google Shape;1264;p37"/>
            <p:cNvSpPr/>
            <p:nvPr/>
          </p:nvSpPr>
          <p:spPr>
            <a:xfrm>
              <a:off x="5738550" y="521538"/>
              <a:ext cx="68650" cy="62300"/>
            </a:xfrm>
            <a:custGeom>
              <a:avLst/>
              <a:gdLst/>
              <a:ahLst/>
              <a:cxnLst/>
              <a:rect l="l" t="t" r="r" b="b"/>
              <a:pathLst>
                <a:path w="2746" h="2492" extrusionOk="0">
                  <a:moveTo>
                    <a:pt x="1367" y="0"/>
                  </a:moveTo>
                  <a:cubicBezTo>
                    <a:pt x="1276" y="0"/>
                    <a:pt x="1182" y="10"/>
                    <a:pt x="1089" y="31"/>
                  </a:cubicBezTo>
                  <a:cubicBezTo>
                    <a:pt x="416" y="191"/>
                    <a:pt x="0" y="863"/>
                    <a:pt x="160" y="1536"/>
                  </a:cubicBezTo>
                  <a:cubicBezTo>
                    <a:pt x="296" y="2105"/>
                    <a:pt x="808" y="2491"/>
                    <a:pt x="1369" y="2491"/>
                  </a:cubicBezTo>
                  <a:cubicBezTo>
                    <a:pt x="1464" y="2491"/>
                    <a:pt x="1560" y="2480"/>
                    <a:pt x="1656" y="2457"/>
                  </a:cubicBezTo>
                  <a:cubicBezTo>
                    <a:pt x="2329" y="2298"/>
                    <a:pt x="2745" y="1634"/>
                    <a:pt x="2586" y="961"/>
                  </a:cubicBezTo>
                  <a:cubicBezTo>
                    <a:pt x="2449" y="382"/>
                    <a:pt x="1932" y="0"/>
                    <a:pt x="1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5" name="Google Shape;1265;p37"/>
            <p:cNvSpPr/>
            <p:nvPr/>
          </p:nvSpPr>
          <p:spPr>
            <a:xfrm>
              <a:off x="5741650" y="521413"/>
              <a:ext cx="35225" cy="62225"/>
            </a:xfrm>
            <a:custGeom>
              <a:avLst/>
              <a:gdLst/>
              <a:ahLst/>
              <a:cxnLst/>
              <a:rect l="l" t="t" r="r" b="b"/>
              <a:pathLst>
                <a:path w="1409" h="2489" extrusionOk="0">
                  <a:moveTo>
                    <a:pt x="1249" y="1"/>
                  </a:moveTo>
                  <a:cubicBezTo>
                    <a:pt x="558" y="1"/>
                    <a:pt x="0" y="559"/>
                    <a:pt x="0" y="1249"/>
                  </a:cubicBezTo>
                  <a:cubicBezTo>
                    <a:pt x="0" y="1931"/>
                    <a:pt x="558" y="2489"/>
                    <a:pt x="1249" y="2489"/>
                  </a:cubicBezTo>
                  <a:cubicBezTo>
                    <a:pt x="1302" y="2489"/>
                    <a:pt x="1355" y="2489"/>
                    <a:pt x="1408" y="2480"/>
                  </a:cubicBezTo>
                  <a:cubicBezTo>
                    <a:pt x="788" y="2400"/>
                    <a:pt x="319" y="1878"/>
                    <a:pt x="319" y="1249"/>
                  </a:cubicBezTo>
                  <a:cubicBezTo>
                    <a:pt x="319" y="612"/>
                    <a:pt x="788" y="89"/>
                    <a:pt x="1408" y="10"/>
                  </a:cubicBezTo>
                  <a:cubicBezTo>
                    <a:pt x="1355" y="10"/>
                    <a:pt x="1302" y="1"/>
                    <a:pt x="1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6" name="Google Shape;1266;p37"/>
            <p:cNvSpPr/>
            <p:nvPr/>
          </p:nvSpPr>
          <p:spPr>
            <a:xfrm>
              <a:off x="5907875" y="362938"/>
              <a:ext cx="43625" cy="98750"/>
            </a:xfrm>
            <a:custGeom>
              <a:avLst/>
              <a:gdLst/>
              <a:ahLst/>
              <a:cxnLst/>
              <a:rect l="l" t="t" r="r" b="b"/>
              <a:pathLst>
                <a:path w="1745" h="3950" extrusionOk="0">
                  <a:moveTo>
                    <a:pt x="0" y="1"/>
                  </a:moveTo>
                  <a:lnTo>
                    <a:pt x="0" y="2975"/>
                  </a:lnTo>
                  <a:lnTo>
                    <a:pt x="1745" y="3949"/>
                  </a:lnTo>
                  <a:lnTo>
                    <a:pt x="17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67" name="Google Shape;1267;p37"/>
            <p:cNvSpPr/>
            <p:nvPr/>
          </p:nvSpPr>
          <p:spPr>
            <a:xfrm>
              <a:off x="5951475" y="362938"/>
              <a:ext cx="43850" cy="98750"/>
            </a:xfrm>
            <a:custGeom>
              <a:avLst/>
              <a:gdLst/>
              <a:ahLst/>
              <a:cxnLst/>
              <a:rect l="l" t="t" r="r" b="b"/>
              <a:pathLst>
                <a:path w="1754" h="3950" extrusionOk="0">
                  <a:moveTo>
                    <a:pt x="1" y="1"/>
                  </a:moveTo>
                  <a:lnTo>
                    <a:pt x="1" y="3949"/>
                  </a:lnTo>
                  <a:lnTo>
                    <a:pt x="1754" y="3949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sp>
        <p:nvSpPr>
          <p:cNvPr id="1269" name="Google Shape;1269;p37"/>
          <p:cNvSpPr txBox="1">
            <a:spLocks noGrp="1"/>
          </p:cNvSpPr>
          <p:nvPr>
            <p:ph type="title"/>
          </p:nvPr>
        </p:nvSpPr>
        <p:spPr>
          <a:xfrm>
            <a:off x="715100" y="1466676"/>
            <a:ext cx="1275300" cy="365100"/>
          </a:xfrm>
          <a:prstGeom prst="rect">
            <a:avLst/>
          </a:prstGeom>
        </p:spPr>
        <p:txBody>
          <a:bodyPr spcFirstLastPara="1" wrap="square" lIns="91426" tIns="91426" rIns="91426" bIns="91426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1270" name="Google Shape;1270;p37"/>
          <p:cNvSpPr txBox="1">
            <a:spLocks noGrp="1"/>
          </p:cNvSpPr>
          <p:nvPr>
            <p:ph type="title" idx="2"/>
          </p:nvPr>
        </p:nvSpPr>
        <p:spPr>
          <a:xfrm>
            <a:off x="3224626" y="1466676"/>
            <a:ext cx="1275300" cy="365100"/>
          </a:xfrm>
          <a:prstGeom prst="rect">
            <a:avLst/>
          </a:prstGeom>
        </p:spPr>
        <p:txBody>
          <a:bodyPr spcFirstLastPara="1" wrap="square" lIns="91426" tIns="91426" rIns="91426" bIns="91426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sp>
        <p:nvSpPr>
          <p:cNvPr id="1272" name="Google Shape;1272;p37"/>
          <p:cNvSpPr txBox="1">
            <a:spLocks noGrp="1"/>
          </p:cNvSpPr>
          <p:nvPr>
            <p:ph type="title" idx="4"/>
          </p:nvPr>
        </p:nvSpPr>
        <p:spPr>
          <a:xfrm>
            <a:off x="715100" y="3300763"/>
            <a:ext cx="1275300" cy="365100"/>
          </a:xfrm>
          <a:prstGeom prst="rect">
            <a:avLst/>
          </a:prstGeom>
        </p:spPr>
        <p:txBody>
          <a:bodyPr spcFirstLastPara="1" wrap="square" lIns="91426" tIns="91426" rIns="91426" bIns="91426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1274" name="Google Shape;1274;p37"/>
          <p:cNvSpPr txBox="1">
            <a:spLocks noGrp="1"/>
          </p:cNvSpPr>
          <p:nvPr>
            <p:ph type="title" idx="6"/>
          </p:nvPr>
        </p:nvSpPr>
        <p:spPr>
          <a:xfrm>
            <a:off x="3224626" y="3300763"/>
            <a:ext cx="1275300" cy="365100"/>
          </a:xfrm>
          <a:prstGeom prst="rect">
            <a:avLst/>
          </a:prstGeom>
        </p:spPr>
        <p:txBody>
          <a:bodyPr spcFirstLastPara="1" wrap="square" lIns="91426" tIns="91426" rIns="91426" bIns="91426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1276" name="Google Shape;1276;p37"/>
          <p:cNvSpPr txBox="1">
            <a:spLocks noGrp="1"/>
          </p:cNvSpPr>
          <p:nvPr>
            <p:ph type="title" idx="8"/>
          </p:nvPr>
        </p:nvSpPr>
        <p:spPr>
          <a:xfrm>
            <a:off x="371624" y="444790"/>
            <a:ext cx="6267679" cy="572700"/>
          </a:xfrm>
          <a:prstGeom prst="rect">
            <a:avLst/>
          </a:prstGeom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l"/>
            <a:r>
              <a:rPr lang="en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TABL</a:t>
            </a:r>
            <a:r>
              <a:rPr lang="en" dirty="0">
                <a:solidFill>
                  <a:schemeClr val="dk1"/>
                </a:solidFill>
              </a:rPr>
              <a:t>A</a:t>
            </a:r>
            <a:r>
              <a:rPr lang="en" dirty="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dirty="0">
                <a:solidFill>
                  <a:schemeClr val="dk1"/>
                </a:solidFill>
              </a:rPr>
              <a:t>DE </a:t>
            </a:r>
            <a:r>
              <a:rPr lang="en" dirty="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CONTENIDOS</a:t>
            </a:r>
            <a:endParaRPr dirty="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7" name="Google Shape;1277;p37"/>
          <p:cNvSpPr txBox="1">
            <a:spLocks noGrp="1"/>
          </p:cNvSpPr>
          <p:nvPr>
            <p:ph type="subTitle" idx="9"/>
          </p:nvPr>
        </p:nvSpPr>
        <p:spPr>
          <a:xfrm>
            <a:off x="715102" y="1831862"/>
            <a:ext cx="2424300" cy="500700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marL="0" indent="0"/>
            <a:r>
              <a:rPr lang="en" dirty="0"/>
              <a:t>Modelo E-R </a:t>
            </a:r>
            <a:endParaRPr dirty="0"/>
          </a:p>
        </p:txBody>
      </p:sp>
      <p:sp>
        <p:nvSpPr>
          <p:cNvPr id="1278" name="Google Shape;1278;p37"/>
          <p:cNvSpPr txBox="1">
            <a:spLocks noGrp="1"/>
          </p:cNvSpPr>
          <p:nvPr>
            <p:ph type="subTitle" idx="13"/>
          </p:nvPr>
        </p:nvSpPr>
        <p:spPr>
          <a:xfrm>
            <a:off x="3224625" y="2071050"/>
            <a:ext cx="2424300" cy="500700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marL="0" indent="0"/>
            <a:r>
              <a:rPr lang="en" dirty="0"/>
              <a:t>Modelo Relacional</a:t>
            </a:r>
            <a:endParaRPr dirty="0"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14"/>
          </p:nvPr>
        </p:nvSpPr>
        <p:spPr>
          <a:xfrm>
            <a:off x="715102" y="3671969"/>
            <a:ext cx="2424300" cy="500700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marL="0" indent="0"/>
            <a:r>
              <a:rPr lang="en" dirty="0"/>
              <a:t>Triggers </a:t>
            </a:r>
            <a:endParaRPr dirty="0"/>
          </a:p>
        </p:txBody>
      </p:sp>
      <p:sp>
        <p:nvSpPr>
          <p:cNvPr id="1280" name="Google Shape;1280;p37"/>
          <p:cNvSpPr txBox="1">
            <a:spLocks noGrp="1"/>
          </p:cNvSpPr>
          <p:nvPr>
            <p:ph type="subTitle" idx="15"/>
          </p:nvPr>
        </p:nvSpPr>
        <p:spPr>
          <a:xfrm>
            <a:off x="3224625" y="3671969"/>
            <a:ext cx="2424300" cy="500700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pPr marL="0" indent="0"/>
            <a:r>
              <a:rPr lang="en" dirty="0"/>
              <a:t>Consultas </a:t>
            </a:r>
            <a:endParaRPr dirty="0"/>
          </a:p>
        </p:txBody>
      </p:sp>
      <p:sp>
        <p:nvSpPr>
          <p:cNvPr id="1281" name="Google Shape;1281;p37"/>
          <p:cNvSpPr/>
          <p:nvPr/>
        </p:nvSpPr>
        <p:spPr>
          <a:xfrm>
            <a:off x="7814704" y="1659742"/>
            <a:ext cx="1018802" cy="434167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282" name="Google Shape;1282;p37"/>
          <p:cNvSpPr/>
          <p:nvPr/>
        </p:nvSpPr>
        <p:spPr>
          <a:xfrm>
            <a:off x="6639303" y="591036"/>
            <a:ext cx="1175385" cy="500542"/>
          </a:xfrm>
          <a:custGeom>
            <a:avLst/>
            <a:gdLst/>
            <a:ahLst/>
            <a:cxnLst/>
            <a:rect l="l" t="t" r="r" b="b"/>
            <a:pathLst>
              <a:path w="6906" h="2941" extrusionOk="0">
                <a:moveTo>
                  <a:pt x="2771" y="1"/>
                </a:moveTo>
                <a:cubicBezTo>
                  <a:pt x="1983" y="1"/>
                  <a:pt x="1337" y="638"/>
                  <a:pt x="1337" y="1435"/>
                </a:cubicBezTo>
                <a:cubicBezTo>
                  <a:pt x="1337" y="1479"/>
                  <a:pt x="1346" y="1524"/>
                  <a:pt x="1346" y="1568"/>
                </a:cubicBezTo>
                <a:cubicBezTo>
                  <a:pt x="611" y="1612"/>
                  <a:pt x="27" y="2205"/>
                  <a:pt x="0" y="2940"/>
                </a:cubicBezTo>
                <a:lnTo>
                  <a:pt x="6906" y="2940"/>
                </a:lnTo>
                <a:cubicBezTo>
                  <a:pt x="6879" y="2259"/>
                  <a:pt x="6366" y="1692"/>
                  <a:pt x="5711" y="1586"/>
                </a:cubicBezTo>
                <a:cubicBezTo>
                  <a:pt x="5711" y="1533"/>
                  <a:pt x="5719" y="1488"/>
                  <a:pt x="5719" y="1435"/>
                </a:cubicBezTo>
                <a:cubicBezTo>
                  <a:pt x="5719" y="780"/>
                  <a:pt x="5188" y="249"/>
                  <a:pt x="4524" y="249"/>
                </a:cubicBezTo>
                <a:cubicBezTo>
                  <a:pt x="4267" y="249"/>
                  <a:pt x="4028" y="328"/>
                  <a:pt x="3834" y="470"/>
                </a:cubicBezTo>
                <a:cubicBezTo>
                  <a:pt x="3577" y="178"/>
                  <a:pt x="3196" y="1"/>
                  <a:pt x="2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grpSp>
        <p:nvGrpSpPr>
          <p:cNvPr id="1283" name="Google Shape;1283;p37"/>
          <p:cNvGrpSpPr/>
          <p:nvPr/>
        </p:nvGrpSpPr>
        <p:grpSpPr>
          <a:xfrm>
            <a:off x="8683980" y="3710182"/>
            <a:ext cx="466137" cy="1433276"/>
            <a:chOff x="7914437" y="2489807"/>
            <a:chExt cx="408642" cy="1256488"/>
          </a:xfrm>
        </p:grpSpPr>
        <p:sp>
          <p:nvSpPr>
            <p:cNvPr id="1284" name="Google Shape;1284;p37"/>
            <p:cNvSpPr/>
            <p:nvPr/>
          </p:nvSpPr>
          <p:spPr>
            <a:xfrm>
              <a:off x="7914437" y="2489807"/>
              <a:ext cx="408642" cy="949884"/>
            </a:xfrm>
            <a:custGeom>
              <a:avLst/>
              <a:gdLst/>
              <a:ahLst/>
              <a:cxnLst/>
              <a:rect l="l" t="t" r="r" b="b"/>
              <a:pathLst>
                <a:path w="4826" h="11218" extrusionOk="0">
                  <a:moveTo>
                    <a:pt x="2409" y="0"/>
                  </a:moveTo>
                  <a:cubicBezTo>
                    <a:pt x="1992" y="0"/>
                    <a:pt x="0" y="4843"/>
                    <a:pt x="0" y="7942"/>
                  </a:cubicBezTo>
                  <a:cubicBezTo>
                    <a:pt x="0" y="11041"/>
                    <a:pt x="1080" y="11218"/>
                    <a:pt x="2409" y="11218"/>
                  </a:cubicBezTo>
                  <a:cubicBezTo>
                    <a:pt x="3745" y="11218"/>
                    <a:pt x="4826" y="11041"/>
                    <a:pt x="4826" y="7942"/>
                  </a:cubicBezTo>
                  <a:cubicBezTo>
                    <a:pt x="4826" y="4843"/>
                    <a:pt x="2833" y="0"/>
                    <a:pt x="2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grpSp>
          <p:nvGrpSpPr>
            <p:cNvPr id="1285" name="Google Shape;1285;p37"/>
            <p:cNvGrpSpPr/>
            <p:nvPr/>
          </p:nvGrpSpPr>
          <p:grpSpPr>
            <a:xfrm>
              <a:off x="8015624" y="2908097"/>
              <a:ext cx="222780" cy="838198"/>
              <a:chOff x="8015624" y="2908097"/>
              <a:chExt cx="222780" cy="838198"/>
            </a:xfrm>
          </p:grpSpPr>
          <p:sp>
            <p:nvSpPr>
              <p:cNvPr id="1286" name="Google Shape;1286;p37"/>
              <p:cNvSpPr/>
              <p:nvPr/>
            </p:nvSpPr>
            <p:spPr>
              <a:xfrm>
                <a:off x="8110121" y="2908097"/>
                <a:ext cx="17274" cy="83819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9899" extrusionOk="0">
                    <a:moveTo>
                      <a:pt x="0" y="0"/>
                    </a:moveTo>
                    <a:lnTo>
                      <a:pt x="0" y="9899"/>
                    </a:lnTo>
                    <a:lnTo>
                      <a:pt x="204" y="9899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287" name="Google Shape;1287;p37"/>
              <p:cNvSpPr/>
              <p:nvPr/>
            </p:nvSpPr>
            <p:spPr>
              <a:xfrm>
                <a:off x="8112322" y="3219190"/>
                <a:ext cx="126081" cy="12608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89" extrusionOk="0">
                    <a:moveTo>
                      <a:pt x="1338" y="1"/>
                    </a:moveTo>
                    <a:lnTo>
                      <a:pt x="1" y="1338"/>
                    </a:lnTo>
                    <a:lnTo>
                      <a:pt x="151" y="1488"/>
                    </a:lnTo>
                    <a:lnTo>
                      <a:pt x="1488" y="151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288" name="Google Shape;1288;p37"/>
              <p:cNvSpPr/>
              <p:nvPr/>
            </p:nvSpPr>
            <p:spPr>
              <a:xfrm>
                <a:off x="8015624" y="3088792"/>
                <a:ext cx="109569" cy="10948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293" extrusionOk="0">
                    <a:moveTo>
                      <a:pt x="151" y="0"/>
                    </a:moveTo>
                    <a:lnTo>
                      <a:pt x="1" y="151"/>
                    </a:lnTo>
                    <a:lnTo>
                      <a:pt x="1143" y="1293"/>
                    </a:lnTo>
                    <a:lnTo>
                      <a:pt x="1293" y="1142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289" name="Google Shape;1289;p37"/>
              <p:cNvSpPr/>
              <p:nvPr/>
            </p:nvSpPr>
            <p:spPr>
              <a:xfrm>
                <a:off x="8112322" y="2924609"/>
                <a:ext cx="97546" cy="97546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152" extrusionOk="0">
                    <a:moveTo>
                      <a:pt x="1001" y="0"/>
                    </a:moveTo>
                    <a:lnTo>
                      <a:pt x="1" y="1001"/>
                    </a:lnTo>
                    <a:lnTo>
                      <a:pt x="151" y="1151"/>
                    </a:lnTo>
                    <a:lnTo>
                      <a:pt x="1152" y="15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4788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</p:grpSp>
      </p:grpSp>
      <p:grpSp>
        <p:nvGrpSpPr>
          <p:cNvPr id="1290" name="Google Shape;1290;p37"/>
          <p:cNvGrpSpPr/>
          <p:nvPr/>
        </p:nvGrpSpPr>
        <p:grpSpPr>
          <a:xfrm>
            <a:off x="6073509" y="3710124"/>
            <a:ext cx="466142" cy="1433365"/>
            <a:chOff x="1735563" y="3938352"/>
            <a:chExt cx="391948" cy="1205218"/>
          </a:xfrm>
        </p:grpSpPr>
        <p:sp>
          <p:nvSpPr>
            <p:cNvPr id="1291" name="Google Shape;1291;p37"/>
            <p:cNvSpPr/>
            <p:nvPr/>
          </p:nvSpPr>
          <p:spPr>
            <a:xfrm>
              <a:off x="1735563" y="3938352"/>
              <a:ext cx="391948" cy="887143"/>
            </a:xfrm>
            <a:custGeom>
              <a:avLst/>
              <a:gdLst/>
              <a:ahLst/>
              <a:cxnLst/>
              <a:rect l="l" t="t" r="r" b="b"/>
              <a:pathLst>
                <a:path w="2179" h="4932" extrusionOk="0">
                  <a:moveTo>
                    <a:pt x="1089" y="0"/>
                  </a:moveTo>
                  <a:cubicBezTo>
                    <a:pt x="487" y="0"/>
                    <a:pt x="0" y="1098"/>
                    <a:pt x="0" y="2462"/>
                  </a:cubicBezTo>
                  <a:cubicBezTo>
                    <a:pt x="0" y="3834"/>
                    <a:pt x="487" y="4932"/>
                    <a:pt x="1089" y="4932"/>
                  </a:cubicBezTo>
                  <a:cubicBezTo>
                    <a:pt x="1691" y="4932"/>
                    <a:pt x="2178" y="3834"/>
                    <a:pt x="2178" y="2462"/>
                  </a:cubicBezTo>
                  <a:cubicBezTo>
                    <a:pt x="2178" y="1098"/>
                    <a:pt x="1691" y="0"/>
                    <a:pt x="10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1824675" y="4211975"/>
              <a:ext cx="213703" cy="931595"/>
            </a:xfrm>
            <a:custGeom>
              <a:avLst/>
              <a:gdLst/>
              <a:ahLst/>
              <a:cxnLst/>
              <a:rect l="l" t="t" r="r" b="b"/>
              <a:pathLst>
                <a:path w="2631" h="9899" extrusionOk="0">
                  <a:moveTo>
                    <a:pt x="1116" y="0"/>
                  </a:moveTo>
                  <a:lnTo>
                    <a:pt x="1116" y="3099"/>
                  </a:lnTo>
                  <a:lnTo>
                    <a:pt x="151" y="2134"/>
                  </a:lnTo>
                  <a:lnTo>
                    <a:pt x="1" y="2285"/>
                  </a:lnTo>
                  <a:lnTo>
                    <a:pt x="1116" y="3391"/>
                  </a:lnTo>
                  <a:lnTo>
                    <a:pt x="1116" y="9899"/>
                  </a:lnTo>
                  <a:lnTo>
                    <a:pt x="1320" y="9899"/>
                  </a:lnTo>
                  <a:lnTo>
                    <a:pt x="1320" y="5136"/>
                  </a:lnTo>
                  <a:lnTo>
                    <a:pt x="2630" y="3825"/>
                  </a:lnTo>
                  <a:lnTo>
                    <a:pt x="2480" y="3675"/>
                  </a:lnTo>
                  <a:lnTo>
                    <a:pt x="1320" y="4843"/>
                  </a:lnTo>
                  <a:lnTo>
                    <a:pt x="1320" y="1320"/>
                  </a:lnTo>
                  <a:lnTo>
                    <a:pt x="2294" y="346"/>
                  </a:lnTo>
                  <a:lnTo>
                    <a:pt x="2143" y="195"/>
                  </a:lnTo>
                  <a:lnTo>
                    <a:pt x="1320" y="1019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sp>
        <p:nvSpPr>
          <p:cNvPr id="2" name="Google Shape;4507;p58">
            <a:extLst>
              <a:ext uri="{FF2B5EF4-FFF2-40B4-BE49-F238E27FC236}">
                <a16:creationId xmlns:a16="http://schemas.microsoft.com/office/drawing/2014/main" id="{76B5F03B-FC92-C0C3-B665-C4306E89913B}"/>
              </a:ext>
            </a:extLst>
          </p:cNvPr>
          <p:cNvSpPr/>
          <p:nvPr/>
        </p:nvSpPr>
        <p:spPr>
          <a:xfrm>
            <a:off x="1309206" y="1432142"/>
            <a:ext cx="489603" cy="434167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grpSp>
        <p:nvGrpSpPr>
          <p:cNvPr id="3" name="Google Shape;2181;p43">
            <a:extLst>
              <a:ext uri="{FF2B5EF4-FFF2-40B4-BE49-F238E27FC236}">
                <a16:creationId xmlns:a16="http://schemas.microsoft.com/office/drawing/2014/main" id="{950250F0-CBEB-5EE7-5CB5-7910B2BE46FC}"/>
              </a:ext>
            </a:extLst>
          </p:cNvPr>
          <p:cNvGrpSpPr/>
          <p:nvPr/>
        </p:nvGrpSpPr>
        <p:grpSpPr>
          <a:xfrm>
            <a:off x="4037236" y="3254003"/>
            <a:ext cx="462690" cy="456067"/>
            <a:chOff x="-60988625" y="3740800"/>
            <a:chExt cx="316650" cy="310350"/>
          </a:xfrm>
        </p:grpSpPr>
        <p:sp>
          <p:nvSpPr>
            <p:cNvPr id="4" name="Google Shape;2182;p43">
              <a:extLst>
                <a:ext uri="{FF2B5EF4-FFF2-40B4-BE49-F238E27FC236}">
                  <a16:creationId xmlns:a16="http://schemas.microsoft.com/office/drawing/2014/main" id="{6CC11F8F-E075-EB28-238A-788F758D6B1C}"/>
                </a:ext>
              </a:extLst>
            </p:cNvPr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>
                <a:solidFill>
                  <a:schemeClr val="dk1"/>
                </a:solidFill>
              </a:endParaRPr>
            </a:p>
          </p:txBody>
        </p:sp>
        <p:sp>
          <p:nvSpPr>
            <p:cNvPr id="5" name="Google Shape;2183;p43">
              <a:extLst>
                <a:ext uri="{FF2B5EF4-FFF2-40B4-BE49-F238E27FC236}">
                  <a16:creationId xmlns:a16="http://schemas.microsoft.com/office/drawing/2014/main" id="{486C5CEB-12FD-8258-F1BD-A92B485C8992}"/>
                </a:ext>
              </a:extLst>
            </p:cNvPr>
            <p:cNvSpPr/>
            <p:nvPr/>
          </p:nvSpPr>
          <p:spPr>
            <a:xfrm>
              <a:off x="-60742100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>
                <a:solidFill>
                  <a:schemeClr val="dk1"/>
                </a:solidFill>
              </a:endParaRPr>
            </a:p>
          </p:txBody>
        </p:sp>
        <p:sp>
          <p:nvSpPr>
            <p:cNvPr id="6" name="Google Shape;2184;p43">
              <a:extLst>
                <a:ext uri="{FF2B5EF4-FFF2-40B4-BE49-F238E27FC236}">
                  <a16:creationId xmlns:a16="http://schemas.microsoft.com/office/drawing/2014/main" id="{E204DE7E-B097-E477-31CB-7634A8F36E65}"/>
                </a:ext>
              </a:extLst>
            </p:cNvPr>
            <p:cNvSpPr/>
            <p:nvPr/>
          </p:nvSpPr>
          <p:spPr>
            <a:xfrm>
              <a:off x="-60740525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>
                <a:solidFill>
                  <a:schemeClr val="dk1"/>
                </a:solidFill>
              </a:endParaRPr>
            </a:p>
          </p:txBody>
        </p:sp>
      </p:grpSp>
      <p:sp>
        <p:nvSpPr>
          <p:cNvPr id="7" name="Google Shape;11964;p83">
            <a:extLst>
              <a:ext uri="{FF2B5EF4-FFF2-40B4-BE49-F238E27FC236}">
                <a16:creationId xmlns:a16="http://schemas.microsoft.com/office/drawing/2014/main" id="{8A8C24A4-37E6-2DBB-82DD-CC1D72B04F75}"/>
              </a:ext>
            </a:extLst>
          </p:cNvPr>
          <p:cNvSpPr/>
          <p:nvPr/>
        </p:nvSpPr>
        <p:spPr>
          <a:xfrm>
            <a:off x="3964588" y="1460570"/>
            <a:ext cx="420811" cy="318722"/>
          </a:xfrm>
          <a:custGeom>
            <a:avLst/>
            <a:gdLst/>
            <a:ahLst/>
            <a:cxnLst/>
            <a:rect l="l" t="t" r="r" b="b"/>
            <a:pathLst>
              <a:path w="11690" h="8854" extrusionOk="0">
                <a:moveTo>
                  <a:pt x="1733" y="1324"/>
                </a:moveTo>
                <a:cubicBezTo>
                  <a:pt x="1922" y="1324"/>
                  <a:pt x="2080" y="1481"/>
                  <a:pt x="2080" y="1702"/>
                </a:cubicBezTo>
                <a:cubicBezTo>
                  <a:pt x="2080" y="1891"/>
                  <a:pt x="1922" y="2049"/>
                  <a:pt x="1733" y="2049"/>
                </a:cubicBezTo>
                <a:cubicBezTo>
                  <a:pt x="1544" y="2049"/>
                  <a:pt x="1387" y="1891"/>
                  <a:pt x="1387" y="1702"/>
                </a:cubicBezTo>
                <a:cubicBezTo>
                  <a:pt x="1387" y="1481"/>
                  <a:pt x="1544" y="1324"/>
                  <a:pt x="1733" y="1324"/>
                </a:cubicBezTo>
                <a:close/>
                <a:moveTo>
                  <a:pt x="10019" y="1387"/>
                </a:moveTo>
                <a:cubicBezTo>
                  <a:pt x="10492" y="1387"/>
                  <a:pt x="10492" y="2049"/>
                  <a:pt x="10019" y="2049"/>
                </a:cubicBezTo>
                <a:lnTo>
                  <a:pt x="3781" y="2049"/>
                </a:lnTo>
                <a:cubicBezTo>
                  <a:pt x="3340" y="2049"/>
                  <a:pt x="3309" y="1387"/>
                  <a:pt x="3781" y="1387"/>
                </a:cubicBezTo>
                <a:close/>
                <a:moveTo>
                  <a:pt x="1733" y="4096"/>
                </a:moveTo>
                <a:cubicBezTo>
                  <a:pt x="1922" y="4096"/>
                  <a:pt x="2080" y="4254"/>
                  <a:pt x="2080" y="4443"/>
                </a:cubicBezTo>
                <a:cubicBezTo>
                  <a:pt x="2080" y="4632"/>
                  <a:pt x="1922" y="4789"/>
                  <a:pt x="1733" y="4789"/>
                </a:cubicBezTo>
                <a:cubicBezTo>
                  <a:pt x="1544" y="4789"/>
                  <a:pt x="1387" y="4632"/>
                  <a:pt x="1387" y="4443"/>
                </a:cubicBezTo>
                <a:cubicBezTo>
                  <a:pt x="1387" y="4254"/>
                  <a:pt x="1544" y="4096"/>
                  <a:pt x="1733" y="4096"/>
                </a:cubicBezTo>
                <a:close/>
                <a:moveTo>
                  <a:pt x="10050" y="4127"/>
                </a:moveTo>
                <a:cubicBezTo>
                  <a:pt x="10492" y="4127"/>
                  <a:pt x="10481" y="4789"/>
                  <a:pt x="10019" y="4789"/>
                </a:cubicBezTo>
                <a:lnTo>
                  <a:pt x="3781" y="4789"/>
                </a:lnTo>
                <a:cubicBezTo>
                  <a:pt x="3340" y="4789"/>
                  <a:pt x="3309" y="4128"/>
                  <a:pt x="3781" y="4128"/>
                </a:cubicBezTo>
                <a:lnTo>
                  <a:pt x="10019" y="4128"/>
                </a:lnTo>
                <a:cubicBezTo>
                  <a:pt x="10030" y="4127"/>
                  <a:pt x="10040" y="4127"/>
                  <a:pt x="10050" y="4127"/>
                </a:cubicBezTo>
                <a:close/>
                <a:moveTo>
                  <a:pt x="1733" y="6806"/>
                </a:moveTo>
                <a:cubicBezTo>
                  <a:pt x="1922" y="6806"/>
                  <a:pt x="2080" y="6963"/>
                  <a:pt x="2080" y="7152"/>
                </a:cubicBezTo>
                <a:cubicBezTo>
                  <a:pt x="2080" y="7373"/>
                  <a:pt x="1922" y="7499"/>
                  <a:pt x="1733" y="7499"/>
                </a:cubicBezTo>
                <a:cubicBezTo>
                  <a:pt x="1544" y="7499"/>
                  <a:pt x="1387" y="7373"/>
                  <a:pt x="1387" y="7152"/>
                </a:cubicBezTo>
                <a:cubicBezTo>
                  <a:pt x="1387" y="6963"/>
                  <a:pt x="1544" y="6806"/>
                  <a:pt x="1733" y="6806"/>
                </a:cubicBezTo>
                <a:close/>
                <a:moveTo>
                  <a:pt x="10019" y="6837"/>
                </a:moveTo>
                <a:cubicBezTo>
                  <a:pt x="10492" y="6837"/>
                  <a:pt x="10492" y="7499"/>
                  <a:pt x="10019" y="7499"/>
                </a:cubicBezTo>
                <a:lnTo>
                  <a:pt x="3781" y="7499"/>
                </a:lnTo>
                <a:cubicBezTo>
                  <a:pt x="3340" y="7499"/>
                  <a:pt x="3309" y="6837"/>
                  <a:pt x="3781" y="6837"/>
                </a:cubicBezTo>
                <a:close/>
                <a:moveTo>
                  <a:pt x="379" y="1"/>
                </a:moveTo>
                <a:lnTo>
                  <a:pt x="95" y="631"/>
                </a:lnTo>
                <a:cubicBezTo>
                  <a:pt x="64" y="757"/>
                  <a:pt x="1" y="883"/>
                  <a:pt x="1" y="1009"/>
                </a:cubicBezTo>
                <a:lnTo>
                  <a:pt x="1" y="2395"/>
                </a:lnTo>
                <a:cubicBezTo>
                  <a:pt x="1" y="2679"/>
                  <a:pt x="127" y="2899"/>
                  <a:pt x="284" y="3057"/>
                </a:cubicBezTo>
                <a:cubicBezTo>
                  <a:pt x="127" y="3246"/>
                  <a:pt x="1" y="3498"/>
                  <a:pt x="1" y="3718"/>
                </a:cubicBezTo>
                <a:lnTo>
                  <a:pt x="1" y="5104"/>
                </a:lnTo>
                <a:cubicBezTo>
                  <a:pt x="1" y="5388"/>
                  <a:pt x="127" y="5609"/>
                  <a:pt x="284" y="5766"/>
                </a:cubicBezTo>
                <a:cubicBezTo>
                  <a:pt x="127" y="5987"/>
                  <a:pt x="1" y="6207"/>
                  <a:pt x="1" y="6459"/>
                </a:cubicBezTo>
                <a:lnTo>
                  <a:pt x="1" y="7814"/>
                </a:lnTo>
                <a:cubicBezTo>
                  <a:pt x="1" y="8381"/>
                  <a:pt x="473" y="8854"/>
                  <a:pt x="1040" y="8854"/>
                </a:cubicBezTo>
                <a:lnTo>
                  <a:pt x="10649" y="8854"/>
                </a:lnTo>
                <a:cubicBezTo>
                  <a:pt x="11185" y="8854"/>
                  <a:pt x="11658" y="8381"/>
                  <a:pt x="11658" y="7814"/>
                </a:cubicBezTo>
                <a:lnTo>
                  <a:pt x="11658" y="6459"/>
                </a:lnTo>
                <a:cubicBezTo>
                  <a:pt x="11658" y="6176"/>
                  <a:pt x="11563" y="5924"/>
                  <a:pt x="11405" y="5766"/>
                </a:cubicBezTo>
                <a:cubicBezTo>
                  <a:pt x="11563" y="5577"/>
                  <a:pt x="11658" y="5357"/>
                  <a:pt x="11658" y="5104"/>
                </a:cubicBezTo>
                <a:lnTo>
                  <a:pt x="11658" y="3718"/>
                </a:lnTo>
                <a:cubicBezTo>
                  <a:pt x="11658" y="3466"/>
                  <a:pt x="11563" y="3214"/>
                  <a:pt x="11405" y="3057"/>
                </a:cubicBezTo>
                <a:cubicBezTo>
                  <a:pt x="11563" y="2868"/>
                  <a:pt x="11658" y="2616"/>
                  <a:pt x="11658" y="2395"/>
                </a:cubicBezTo>
                <a:lnTo>
                  <a:pt x="11658" y="1009"/>
                </a:lnTo>
                <a:lnTo>
                  <a:pt x="11689" y="1009"/>
                </a:lnTo>
                <a:cubicBezTo>
                  <a:pt x="11689" y="883"/>
                  <a:pt x="11658" y="757"/>
                  <a:pt x="11626" y="631"/>
                </a:cubicBezTo>
                <a:lnTo>
                  <a:pt x="11342" y="1"/>
                </a:lnTo>
                <a:close/>
              </a:path>
            </a:pathLst>
          </a:cu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 dirty="0"/>
          </a:p>
        </p:txBody>
      </p:sp>
      <p:grpSp>
        <p:nvGrpSpPr>
          <p:cNvPr id="8" name="Google Shape;4500;p58">
            <a:extLst>
              <a:ext uri="{FF2B5EF4-FFF2-40B4-BE49-F238E27FC236}">
                <a16:creationId xmlns:a16="http://schemas.microsoft.com/office/drawing/2014/main" id="{A6475DA0-87CE-B69D-B686-C5DCA5C9D377}"/>
              </a:ext>
            </a:extLst>
          </p:cNvPr>
          <p:cNvGrpSpPr/>
          <p:nvPr/>
        </p:nvGrpSpPr>
        <p:grpSpPr>
          <a:xfrm>
            <a:off x="1485069" y="3205715"/>
            <a:ext cx="450937" cy="443149"/>
            <a:chOff x="2685825" y="840375"/>
            <a:chExt cx="481900" cy="481825"/>
          </a:xfrm>
        </p:grpSpPr>
        <p:sp>
          <p:nvSpPr>
            <p:cNvPr id="9" name="Google Shape;4501;p58">
              <a:extLst>
                <a:ext uri="{FF2B5EF4-FFF2-40B4-BE49-F238E27FC236}">
                  <a16:creationId xmlns:a16="http://schemas.microsoft.com/office/drawing/2014/main" id="{95D70A44-9676-154E-EE6F-DE16AF64ED6E}"/>
                </a:ext>
              </a:extLst>
            </p:cNvPr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>
                <a:solidFill>
                  <a:srgbClr val="435D74"/>
                </a:solidFill>
              </a:endParaRPr>
            </a:p>
          </p:txBody>
        </p:sp>
        <p:sp>
          <p:nvSpPr>
            <p:cNvPr id="10" name="Google Shape;4502;p58">
              <a:extLst>
                <a:ext uri="{FF2B5EF4-FFF2-40B4-BE49-F238E27FC236}">
                  <a16:creationId xmlns:a16="http://schemas.microsoft.com/office/drawing/2014/main" id="{BF7D4CD2-F0AA-7373-8F3B-55FB4EEEF5BE}"/>
                </a:ext>
              </a:extLst>
            </p:cNvPr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Diagrama&#10;&#10;Descripción generada automáticamente">
            <a:extLst>
              <a:ext uri="{FF2B5EF4-FFF2-40B4-BE49-F238E27FC236}">
                <a16:creationId xmlns:a16="http://schemas.microsoft.com/office/drawing/2014/main" id="{FBA51044-FB87-413B-42E6-5FBC7065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83" y="2"/>
            <a:ext cx="779443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5">
          <a:extLst>
            <a:ext uri="{FF2B5EF4-FFF2-40B4-BE49-F238E27FC236}">
              <a16:creationId xmlns:a16="http://schemas.microsoft.com/office/drawing/2014/main" id="{99196527-4D9A-5A94-E2E2-62AF14BF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69A27FF-750B-3121-1C06-D6125D1C8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418" y="0"/>
            <a:ext cx="5456132" cy="53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1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7" name="Google Shape;4817;p63"/>
          <p:cNvSpPr txBox="1">
            <a:spLocks noGrp="1"/>
          </p:cNvSpPr>
          <p:nvPr>
            <p:ph type="title"/>
          </p:nvPr>
        </p:nvSpPr>
        <p:spPr>
          <a:xfrm>
            <a:off x="-134668" y="1691765"/>
            <a:ext cx="2924400" cy="699001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r>
              <a:rPr lang="en" sz="4400" dirty="0"/>
              <a:t>SQL</a:t>
            </a:r>
            <a:endParaRPr sz="4400" dirty="0"/>
          </a:p>
        </p:txBody>
      </p:sp>
      <p:sp>
        <p:nvSpPr>
          <p:cNvPr id="4818" name="Google Shape;4818;p63"/>
          <p:cNvSpPr txBox="1">
            <a:spLocks noGrp="1"/>
          </p:cNvSpPr>
          <p:nvPr>
            <p:ph type="subTitle" idx="1"/>
          </p:nvPr>
        </p:nvSpPr>
        <p:spPr>
          <a:xfrm>
            <a:off x="-1" y="2697763"/>
            <a:ext cx="4677430" cy="1470350"/>
          </a:xfrm>
          <a:prstGeom prst="rect">
            <a:avLst/>
          </a:prstGeom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marL="0" indent="0" algn="l"/>
            <a:r>
              <a:rPr lang="en" sz="1800" dirty="0"/>
              <a:t>                -Dos triggers</a:t>
            </a:r>
          </a:p>
          <a:p>
            <a:pPr marL="0" indent="0" algn="l"/>
            <a:r>
              <a:rPr lang="en" sz="1800" dirty="0"/>
              <a:t>                -Dos consultas</a:t>
            </a:r>
          </a:p>
        </p:txBody>
      </p:sp>
      <p:pic>
        <p:nvPicPr>
          <p:cNvPr id="4819" name="Google Shape;4819;p63"/>
          <p:cNvPicPr preferRelativeResize="0"/>
          <p:nvPr/>
        </p:nvPicPr>
        <p:blipFill rotWithShape="1">
          <a:blip r:embed="rId3">
            <a:alphaModFix/>
          </a:blip>
          <a:srcRect l="3720" r="3720"/>
          <a:stretch/>
        </p:blipFill>
        <p:spPr>
          <a:xfrm>
            <a:off x="4899318" y="1549999"/>
            <a:ext cx="3005979" cy="1826855"/>
          </a:xfrm>
          <a:prstGeom prst="rect">
            <a:avLst/>
          </a:prstGeom>
          <a:noFill/>
          <a:ln w="9525" cap="flat" cmpd="sng">
            <a:solidFill>
              <a:srgbClr val="FDF9C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20" name="Google Shape;4820;p63"/>
          <p:cNvSpPr/>
          <p:nvPr/>
        </p:nvSpPr>
        <p:spPr>
          <a:xfrm>
            <a:off x="4788374" y="1450485"/>
            <a:ext cx="3227868" cy="2549545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pic>
        <p:nvPicPr>
          <p:cNvPr id="1026" name="Picture 2" descr="🐬 Tutorial Como Utilizar MySQL Workbench">
            <a:extLst>
              <a:ext uri="{FF2B5EF4-FFF2-40B4-BE49-F238E27FC236}">
                <a16:creationId xmlns:a16="http://schemas.microsoft.com/office/drawing/2014/main" id="{9696770E-3FD3-1813-A7E4-4C6A7CB5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323" y="1535497"/>
            <a:ext cx="3077968" cy="182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C71C62B-11D2-B969-226E-B56A461AD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952" y="104307"/>
            <a:ext cx="7713900" cy="355500"/>
          </a:xfrm>
        </p:spPr>
        <p:txBody>
          <a:bodyPr/>
          <a:lstStyle/>
          <a:p>
            <a:pPr algn="ctr"/>
            <a:r>
              <a:rPr lang="es-ES" sz="2000" b="1" dirty="0"/>
              <a:t>Comprobar que los vecinos que asisten a una reunión son de la misma comunidad</a:t>
            </a:r>
            <a:r>
              <a:rPr lang="es-ES" sz="20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DF80F9-EFA0-91FC-B0BA-664E4F473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1" y="535568"/>
            <a:ext cx="7442382" cy="46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9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86F4CB1-6CE1-FA6F-879E-D96D78872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69" y="23261"/>
            <a:ext cx="2000529" cy="13813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27E7203-3DB8-9791-871F-C0F8C94E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706" y="314476"/>
            <a:ext cx="4215911" cy="2061782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FA867A45-1F2C-D7A4-7262-294B7CD88BF2}"/>
              </a:ext>
            </a:extLst>
          </p:cNvPr>
          <p:cNvGrpSpPr/>
          <p:nvPr/>
        </p:nvGrpSpPr>
        <p:grpSpPr>
          <a:xfrm>
            <a:off x="4928152" y="1149200"/>
            <a:ext cx="163800" cy="142200"/>
            <a:chOff x="4950223" y="1324080"/>
            <a:chExt cx="16380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6211FBE-BB94-DF74-25CA-EDDD7C0F25F7}"/>
                    </a:ext>
                  </a:extLst>
                </p14:cNvPr>
                <p14:cNvContentPartPr/>
                <p14:nvPr/>
              </p14:nvContentPartPr>
              <p14:xfrm>
                <a:off x="4950223" y="1447200"/>
                <a:ext cx="163800" cy="3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6211FBE-BB94-DF74-25CA-EDDD7C0F25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44103" y="1441080"/>
                  <a:ext cx="176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BB17F8B0-A6BC-0020-09CD-4B414CA23924}"/>
                    </a:ext>
                  </a:extLst>
                </p14:cNvPr>
                <p14:cNvContentPartPr/>
                <p14:nvPr/>
              </p14:nvContentPartPr>
              <p14:xfrm>
                <a:off x="5098183" y="1324080"/>
                <a:ext cx="9720" cy="1422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BB17F8B0-A6BC-0020-09CD-4B414CA239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92063" y="1317960"/>
                  <a:ext cx="2196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B27F93AB-810D-0D27-E475-B30588BD3636}"/>
                  </a:ext>
                </a:extLst>
              </p14:cNvPr>
              <p14:cNvContentPartPr/>
              <p14:nvPr/>
            </p14:nvContentPartPr>
            <p14:xfrm>
              <a:off x="7669650" y="1122719"/>
              <a:ext cx="175680" cy="15624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B27F93AB-810D-0D27-E475-B30588BD36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3530" y="1116599"/>
                <a:ext cx="187920" cy="16848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281AC4E6-0038-1F9E-C87C-D2E54BB23B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94" y="1420997"/>
            <a:ext cx="4744112" cy="285790"/>
          </a:xfrm>
          <a:prstGeom prst="rect">
            <a:avLst/>
          </a:prstGeom>
        </p:spPr>
      </p:pic>
      <p:cxnSp>
        <p:nvCxnSpPr>
          <p:cNvPr id="18" name="Google Shape;4580;p59">
            <a:extLst>
              <a:ext uri="{FF2B5EF4-FFF2-40B4-BE49-F238E27FC236}">
                <a16:creationId xmlns:a16="http://schemas.microsoft.com/office/drawing/2014/main" id="{E81DC053-A288-A022-14AD-D2A5CD0308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29309" y="1771667"/>
            <a:ext cx="429575" cy="2333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C52B6EEB-4AB7-461C-7697-8A55013ECC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943" y="2173875"/>
            <a:ext cx="4383538" cy="25755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C65A25D-3F51-E588-443E-CA55BB3780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94" y="2996480"/>
            <a:ext cx="4848902" cy="26673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BD9A4C0-21C9-1E03-8C0C-B36354742E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6120" y="2633417"/>
            <a:ext cx="1717544" cy="21047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E7FCFA6E-FE23-D708-8066-2C4AECC591DE}"/>
                  </a:ext>
                </a:extLst>
              </p14:cNvPr>
              <p14:cNvContentPartPr/>
              <p14:nvPr/>
            </p14:nvContentPartPr>
            <p14:xfrm>
              <a:off x="6167383" y="3439800"/>
              <a:ext cx="516600" cy="25560"/>
            </p14:xfrm>
          </p:contentPart>
        </mc:Choice>
        <mc:Fallback xmlns=""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E7FCFA6E-FE23-D708-8066-2C4AECC591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1263" y="3433680"/>
                <a:ext cx="528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25841C71-63BB-7835-519D-3B905E80ECA3}"/>
                  </a:ext>
                </a:extLst>
              </p14:cNvPr>
              <p14:cNvContentPartPr/>
              <p14:nvPr/>
            </p14:nvContentPartPr>
            <p14:xfrm>
              <a:off x="4931503" y="961920"/>
              <a:ext cx="152640" cy="13896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25841C71-63BB-7835-519D-3B905E80EC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25383" y="955800"/>
                <a:ext cx="1648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1F39336C-4E96-C4F1-8F9B-D8B71D9828DC}"/>
                  </a:ext>
                </a:extLst>
              </p14:cNvPr>
              <p14:cNvContentPartPr/>
              <p14:nvPr/>
            </p14:nvContentPartPr>
            <p14:xfrm>
              <a:off x="4925023" y="492120"/>
              <a:ext cx="199080" cy="16416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1F39336C-4E96-C4F1-8F9B-D8B71D9828D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18903" y="486000"/>
                <a:ext cx="2113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CAD2A8E0-3A3B-E174-2532-4539E9B325A8}"/>
                  </a:ext>
                </a:extLst>
              </p14:cNvPr>
              <p14:cNvContentPartPr/>
              <p14:nvPr/>
            </p14:nvContentPartPr>
            <p14:xfrm>
              <a:off x="7664983" y="472680"/>
              <a:ext cx="218520" cy="17820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CAD2A8E0-3A3B-E174-2532-4539E9B325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58863" y="466560"/>
                <a:ext cx="230760" cy="19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CE6C57C2-9CAB-EC0E-E024-51940740949B}"/>
              </a:ext>
            </a:extLst>
          </p:cNvPr>
          <p:cNvGrpSpPr/>
          <p:nvPr/>
        </p:nvGrpSpPr>
        <p:grpSpPr>
          <a:xfrm>
            <a:off x="6154783" y="4709880"/>
            <a:ext cx="668520" cy="23040"/>
            <a:chOff x="6154783" y="4709880"/>
            <a:chExt cx="668520" cy="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8F444E4-639F-5E8C-D88B-D03704F18C76}"/>
                    </a:ext>
                  </a:extLst>
                </p14:cNvPr>
                <p14:cNvContentPartPr/>
                <p14:nvPr/>
              </p14:nvContentPartPr>
              <p14:xfrm>
                <a:off x="6523783" y="4710600"/>
                <a:ext cx="299520" cy="1332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8F444E4-639F-5E8C-D88B-D03704F18C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17663" y="4704480"/>
                  <a:ext cx="311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78970929-43CA-4838-5060-7DDC93A6C505}"/>
                    </a:ext>
                  </a:extLst>
                </p14:cNvPr>
                <p14:cNvContentPartPr/>
                <p14:nvPr/>
              </p14:nvContentPartPr>
              <p14:xfrm>
                <a:off x="6154783" y="4709880"/>
                <a:ext cx="356040" cy="2304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78970929-43CA-4838-5060-7DDC93A6C5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48663" y="4703760"/>
                  <a:ext cx="368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D6BEAA5-6364-3D1D-9118-988227317C1C}"/>
                    </a:ext>
                  </a:extLst>
                </p14:cNvPr>
                <p14:cNvContentPartPr/>
                <p14:nvPr/>
              </p14:nvContentPartPr>
              <p14:xfrm>
                <a:off x="6514063" y="4717080"/>
                <a:ext cx="28800" cy="432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D6BEAA5-6364-3D1D-9118-988227317C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07943" y="4710960"/>
                  <a:ext cx="4104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8DE6091E-F391-2C63-7F07-293136334231}"/>
                  </a:ext>
                </a:extLst>
              </p14:cNvPr>
              <p14:cNvContentPartPr/>
              <p14:nvPr/>
            </p14:nvContentPartPr>
            <p14:xfrm>
              <a:off x="4890103" y="676080"/>
              <a:ext cx="260640" cy="14904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8DE6091E-F391-2C63-7F07-2931363342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83983" y="669960"/>
                <a:ext cx="2728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F005C3FC-B7CC-74FE-1F76-A27215E08656}"/>
                  </a:ext>
                </a:extLst>
              </p14:cNvPr>
              <p14:cNvContentPartPr/>
              <p14:nvPr/>
            </p14:nvContentPartPr>
            <p14:xfrm>
              <a:off x="7645543" y="650520"/>
              <a:ext cx="225720" cy="16452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F005C3FC-B7CC-74FE-1F76-A27215E0865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39423" y="644400"/>
                <a:ext cx="237960" cy="176760"/>
              </a:xfrm>
              <a:prstGeom prst="rect">
                <a:avLst/>
              </a:prstGeom>
            </p:spPr>
          </p:pic>
        </mc:Fallback>
      </mc:AlternateContent>
      <p:cxnSp>
        <p:nvCxnSpPr>
          <p:cNvPr id="40" name="Google Shape;4580;p59">
            <a:extLst>
              <a:ext uri="{FF2B5EF4-FFF2-40B4-BE49-F238E27FC236}">
                <a16:creationId xmlns:a16="http://schemas.microsoft.com/office/drawing/2014/main" id="{8D00AC16-272A-FEE3-BF91-72C944EC05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74924" y="3380716"/>
            <a:ext cx="429575" cy="2333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" name="Imagen 41">
            <a:extLst>
              <a:ext uri="{FF2B5EF4-FFF2-40B4-BE49-F238E27FC236}">
                <a16:creationId xmlns:a16="http://schemas.microsoft.com/office/drawing/2014/main" id="{C694A9B3-4905-D3ED-3455-66734CB27EE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5081" y="3830323"/>
            <a:ext cx="4801270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9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52BB4B3-F7FF-5881-9201-2A488D394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555" y="274575"/>
            <a:ext cx="7713900" cy="355500"/>
          </a:xfrm>
        </p:spPr>
        <p:txBody>
          <a:bodyPr/>
          <a:lstStyle/>
          <a:p>
            <a:pPr algn="ctr"/>
            <a:r>
              <a:rPr lang="es-ES" sz="2000" b="1" dirty="0"/>
              <a:t>Comprobar que, a la hora de insertar un presidente, no exista otro vecino en esa comunidad que ya esté ocupando el cargo.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7756B7-7941-F381-22E1-DEFB5B7A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0" y="927056"/>
            <a:ext cx="8807237" cy="412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3272E11-B2E7-5AF9-8CA8-C84B09E8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621" y="328762"/>
            <a:ext cx="2791215" cy="28197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968D6D0-BFC1-35BE-B4A8-E1D922960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75" y="1451019"/>
            <a:ext cx="5096586" cy="2572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DF5904-621E-3569-F28C-1A683EBD6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729" y="36799"/>
            <a:ext cx="1795115" cy="13833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9437040E-C3CD-F450-B128-A3F391FE4F16}"/>
                  </a:ext>
                </a:extLst>
              </p14:cNvPr>
              <p14:cNvContentPartPr/>
              <p14:nvPr/>
            </p14:nvContentPartPr>
            <p14:xfrm>
              <a:off x="6520543" y="876240"/>
              <a:ext cx="2465640" cy="1548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9437040E-C3CD-F450-B128-A3F391FE4F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4423" y="870120"/>
                <a:ext cx="2477880" cy="2772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Google Shape;4580;p59">
            <a:extLst>
              <a:ext uri="{FF2B5EF4-FFF2-40B4-BE49-F238E27FC236}">
                <a16:creationId xmlns:a16="http://schemas.microsoft.com/office/drawing/2014/main" id="{6B97844F-119D-D199-4FED-06B53D09DAD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72556" y="1806352"/>
            <a:ext cx="429575" cy="2333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73B11FD3-8D7B-1D3F-5529-BD3F9FF38E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79" y="2221017"/>
            <a:ext cx="6069724" cy="25721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73E4152-F825-6028-1573-9607474093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054" y="2686363"/>
            <a:ext cx="5096586" cy="257211"/>
          </a:xfrm>
          <a:prstGeom prst="rect">
            <a:avLst/>
          </a:prstGeom>
        </p:spPr>
      </p:pic>
      <p:cxnSp>
        <p:nvCxnSpPr>
          <p:cNvPr id="16" name="Google Shape;4580;p59">
            <a:extLst>
              <a:ext uri="{FF2B5EF4-FFF2-40B4-BE49-F238E27FC236}">
                <a16:creationId xmlns:a16="http://schemas.microsoft.com/office/drawing/2014/main" id="{016B3142-F2AC-101E-F8F2-39715418F5B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42510" y="3089137"/>
            <a:ext cx="429575" cy="2333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D177589D-C1DA-F287-AE7C-EB87639CAA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17" y="3542034"/>
            <a:ext cx="4925112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3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EC0B7A6-B521-74A9-96CC-F990606E8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484" y="183135"/>
            <a:ext cx="7713900" cy="355500"/>
          </a:xfrm>
        </p:spPr>
        <p:txBody>
          <a:bodyPr/>
          <a:lstStyle/>
          <a:p>
            <a:r>
              <a:rPr lang="es-ES" sz="2000" b="1" dirty="0"/>
              <a:t>Para cada comunidad, halla el número del portal que tenga ascensor, pero no disponga de cuarto de basuras.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F334E5-9F44-2D3F-F9BC-0C03E2CC5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126"/>
            <a:ext cx="9144000" cy="19516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66FF9D4-72B4-5CB9-0467-BE9170567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63" y="3238600"/>
            <a:ext cx="2953162" cy="905001"/>
          </a:xfrm>
          <a:prstGeom prst="rect">
            <a:avLst/>
          </a:prstGeom>
        </p:spPr>
      </p:pic>
      <p:cxnSp>
        <p:nvCxnSpPr>
          <p:cNvPr id="8" name="Google Shape;4580;p59">
            <a:extLst>
              <a:ext uri="{FF2B5EF4-FFF2-40B4-BE49-F238E27FC236}">
                <a16:creationId xmlns:a16="http://schemas.microsoft.com/office/drawing/2014/main" id="{C5E571E1-B1C4-1F9D-D92A-099FDAFEA18F}"/>
              </a:ext>
            </a:extLst>
          </p:cNvPr>
          <p:cNvCxnSpPr>
            <a:cxnSpLocks/>
          </p:cNvCxnSpPr>
          <p:nvPr/>
        </p:nvCxnSpPr>
        <p:spPr>
          <a:xfrm>
            <a:off x="3705825" y="3664119"/>
            <a:ext cx="2001292" cy="5654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5AF791F0-8E13-963A-CB6A-8C1F872BF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83" y="3165698"/>
            <a:ext cx="3405269" cy="9968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A1886DD0-FFA7-AB13-7970-3564862DC669}"/>
                  </a:ext>
                </a:extLst>
              </p14:cNvPr>
              <p14:cNvContentPartPr/>
              <p14:nvPr/>
            </p14:nvContentPartPr>
            <p14:xfrm>
              <a:off x="5305183" y="3395247"/>
              <a:ext cx="2373480" cy="19692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A1886DD0-FFA7-AB13-7970-3564862DC6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9063" y="3389127"/>
                <a:ext cx="2385720" cy="2091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Google Shape;1176;p36">
            <a:extLst>
              <a:ext uri="{FF2B5EF4-FFF2-40B4-BE49-F238E27FC236}">
                <a16:creationId xmlns:a16="http://schemas.microsoft.com/office/drawing/2014/main" id="{EC5DBF4D-B193-77CA-8E19-57C8639EA86A}"/>
              </a:ext>
            </a:extLst>
          </p:cNvPr>
          <p:cNvSpPr txBox="1">
            <a:spLocks/>
          </p:cNvSpPr>
          <p:nvPr/>
        </p:nvSpPr>
        <p:spPr>
          <a:xfrm>
            <a:off x="774947" y="4418492"/>
            <a:ext cx="7713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s-ES" dirty="0"/>
              <a:t>Todos los portales correspondientes a la comunidad 1 (única con ascensor)</a:t>
            </a:r>
          </a:p>
        </p:txBody>
      </p:sp>
    </p:spTree>
    <p:extLst>
      <p:ext uri="{BB962C8B-B14F-4D97-AF65-F5344CB8AC3E}">
        <p14:creationId xmlns:p14="http://schemas.microsoft.com/office/powerpoint/2010/main" val="104269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028AD3EA-945A-87BF-5243-E4FB0AC8C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163" y="157910"/>
            <a:ext cx="7713900" cy="355500"/>
          </a:xfrm>
        </p:spPr>
        <p:txBody>
          <a:bodyPr/>
          <a:lstStyle/>
          <a:p>
            <a:r>
              <a:rPr lang="es-ES" sz="2000" b="1" dirty="0"/>
              <a:t>Nombre del vecino que ha asistido a más reuniones.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437DEB-ECF1-1BCC-63E9-8BD76D9DC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0" y="755245"/>
            <a:ext cx="8407283" cy="12425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9CECB49-D1D3-9EE5-9872-B361AF90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969" y="1694040"/>
            <a:ext cx="2289341" cy="15881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7E6ECB-1198-92C6-EBED-AF22ADBB7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05" y="3539857"/>
            <a:ext cx="4725059" cy="136226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A389E73-EA57-8936-9771-F60768C49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921" y="3539857"/>
            <a:ext cx="3581900" cy="905001"/>
          </a:xfrm>
          <a:prstGeom prst="rect">
            <a:avLst/>
          </a:prstGeom>
        </p:spPr>
      </p:pic>
      <p:cxnSp>
        <p:nvCxnSpPr>
          <p:cNvPr id="13" name="Google Shape;4580;p59">
            <a:extLst>
              <a:ext uri="{FF2B5EF4-FFF2-40B4-BE49-F238E27FC236}">
                <a16:creationId xmlns:a16="http://schemas.microsoft.com/office/drawing/2014/main" id="{BC62F662-BB92-F4A0-21E7-B1B3D3FC547A}"/>
              </a:ext>
            </a:extLst>
          </p:cNvPr>
          <p:cNvCxnSpPr>
            <a:cxnSpLocks/>
          </p:cNvCxnSpPr>
          <p:nvPr/>
        </p:nvCxnSpPr>
        <p:spPr>
          <a:xfrm rot="10800000">
            <a:off x="4928302" y="2432866"/>
            <a:ext cx="2386899" cy="71289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1E2489CA-D8C5-F1AF-C5DE-7C7F936F8E87}"/>
                  </a:ext>
                </a:extLst>
              </p14:cNvPr>
              <p14:cNvContentPartPr/>
              <p14:nvPr/>
            </p14:nvContentPartPr>
            <p14:xfrm>
              <a:off x="2751703" y="1869120"/>
              <a:ext cx="2060280" cy="35748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1E2489CA-D8C5-F1AF-C5DE-7C7F936F8E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5583" y="1863000"/>
                <a:ext cx="2072520" cy="3697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Google Shape;4580;p59">
            <a:extLst>
              <a:ext uri="{FF2B5EF4-FFF2-40B4-BE49-F238E27FC236}">
                <a16:creationId xmlns:a16="http://schemas.microsoft.com/office/drawing/2014/main" id="{CB0D8AF9-6182-8077-BC9C-62606B4A2841}"/>
              </a:ext>
            </a:extLst>
          </p:cNvPr>
          <p:cNvCxnSpPr>
            <a:cxnSpLocks/>
          </p:cNvCxnSpPr>
          <p:nvPr/>
        </p:nvCxnSpPr>
        <p:spPr>
          <a:xfrm rot="5400000">
            <a:off x="7118152" y="3342807"/>
            <a:ext cx="394100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176;p36">
            <a:extLst>
              <a:ext uri="{FF2B5EF4-FFF2-40B4-BE49-F238E27FC236}">
                <a16:creationId xmlns:a16="http://schemas.microsoft.com/office/drawing/2014/main" id="{A927047B-69FD-0269-73BC-DC799D1AD333}"/>
              </a:ext>
            </a:extLst>
          </p:cNvPr>
          <p:cNvSpPr txBox="1">
            <a:spLocks/>
          </p:cNvSpPr>
          <p:nvPr/>
        </p:nvSpPr>
        <p:spPr>
          <a:xfrm>
            <a:off x="6330716" y="2488117"/>
            <a:ext cx="2111245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s-ES" dirty="0"/>
              <a:t>Selecciona LOS DOS</a:t>
            </a:r>
          </a:p>
        </p:txBody>
      </p:sp>
    </p:spTree>
    <p:extLst>
      <p:ext uri="{BB962C8B-B14F-4D97-AF65-F5344CB8AC3E}">
        <p14:creationId xmlns:p14="http://schemas.microsoft.com/office/powerpoint/2010/main" val="228214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9"/>
          <p:cNvSpPr txBox="1">
            <a:spLocks noGrp="1"/>
          </p:cNvSpPr>
          <p:nvPr>
            <p:ph type="title"/>
          </p:nvPr>
        </p:nvSpPr>
        <p:spPr>
          <a:xfrm>
            <a:off x="715102" y="605075"/>
            <a:ext cx="4428300" cy="1393500"/>
          </a:xfrm>
          <a:prstGeom prst="rect">
            <a:avLst/>
          </a:prstGeom>
        </p:spPr>
        <p:txBody>
          <a:bodyPr spcFirstLastPara="1" wrap="square" lIns="91426" tIns="91426" rIns="91426" bIns="91426" anchor="b" anchorCtr="0">
            <a:noAutofit/>
          </a:bodyPr>
          <a:lstStyle/>
          <a:p>
            <a:r>
              <a:rPr lang="en" dirty="0"/>
              <a:t>FIN</a:t>
            </a:r>
            <a:endParaRPr dirty="0"/>
          </a:p>
        </p:txBody>
      </p:sp>
      <p:sp>
        <p:nvSpPr>
          <p:cNvPr id="1308" name="Google Shape;1308;p39"/>
          <p:cNvSpPr txBox="1">
            <a:spLocks noGrp="1"/>
          </p:cNvSpPr>
          <p:nvPr>
            <p:ph type="subTitle" idx="1"/>
          </p:nvPr>
        </p:nvSpPr>
        <p:spPr>
          <a:xfrm>
            <a:off x="1437971" y="2281190"/>
            <a:ext cx="4077900" cy="824700"/>
          </a:xfrm>
          <a:prstGeom prst="rect">
            <a:avLst/>
          </a:prstGeom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 sz="2000" dirty="0"/>
              <a:t>Raúl Palomo Mazo</a:t>
            </a:r>
          </a:p>
          <a:p>
            <a:pPr marL="0" indent="0">
              <a:spcAft>
                <a:spcPts val="1600"/>
              </a:spcAft>
            </a:pPr>
            <a:r>
              <a:rPr lang="en" sz="2000" dirty="0"/>
              <a:t>Pablo Galarón Mateo</a:t>
            </a:r>
            <a:endParaRPr sz="2000" dirty="0"/>
          </a:p>
        </p:txBody>
      </p:sp>
      <p:sp>
        <p:nvSpPr>
          <p:cNvPr id="1309" name="Google Shape;1309;p39"/>
          <p:cNvSpPr/>
          <p:nvPr/>
        </p:nvSpPr>
        <p:spPr>
          <a:xfrm>
            <a:off x="-182100" y="3328679"/>
            <a:ext cx="1184248" cy="504375"/>
          </a:xfrm>
          <a:custGeom>
            <a:avLst/>
            <a:gdLst/>
            <a:ahLst/>
            <a:cxnLst/>
            <a:rect l="l" t="t" r="r" b="b"/>
            <a:pathLst>
              <a:path w="6384" h="2719" extrusionOk="0">
                <a:moveTo>
                  <a:pt x="3816" y="0"/>
                </a:moveTo>
                <a:cubicBezTo>
                  <a:pt x="3427" y="0"/>
                  <a:pt x="3081" y="169"/>
                  <a:pt x="2834" y="434"/>
                </a:cubicBezTo>
                <a:cubicBezTo>
                  <a:pt x="2656" y="301"/>
                  <a:pt x="2435" y="231"/>
                  <a:pt x="2196" y="231"/>
                </a:cubicBezTo>
                <a:cubicBezTo>
                  <a:pt x="1585" y="231"/>
                  <a:pt x="1098" y="717"/>
                  <a:pt x="1098" y="1328"/>
                </a:cubicBezTo>
                <a:cubicBezTo>
                  <a:pt x="1098" y="1373"/>
                  <a:pt x="1098" y="1417"/>
                  <a:pt x="1107" y="1470"/>
                </a:cubicBezTo>
                <a:cubicBezTo>
                  <a:pt x="496" y="1567"/>
                  <a:pt x="27" y="2090"/>
                  <a:pt x="0" y="2718"/>
                </a:cubicBezTo>
                <a:lnTo>
                  <a:pt x="6384" y="2718"/>
                </a:lnTo>
                <a:cubicBezTo>
                  <a:pt x="6348" y="2037"/>
                  <a:pt x="5808" y="1488"/>
                  <a:pt x="5136" y="1452"/>
                </a:cubicBezTo>
                <a:cubicBezTo>
                  <a:pt x="5144" y="1408"/>
                  <a:pt x="5144" y="1373"/>
                  <a:pt x="5144" y="1328"/>
                </a:cubicBezTo>
                <a:cubicBezTo>
                  <a:pt x="5144" y="594"/>
                  <a:pt x="4551" y="0"/>
                  <a:pt x="38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310" name="Google Shape;1310;p39"/>
          <p:cNvSpPr/>
          <p:nvPr/>
        </p:nvSpPr>
        <p:spPr>
          <a:xfrm>
            <a:off x="8204125" y="397804"/>
            <a:ext cx="1184254" cy="504670"/>
          </a:xfrm>
          <a:custGeom>
            <a:avLst/>
            <a:gdLst/>
            <a:ahLst/>
            <a:cxnLst/>
            <a:rect l="l" t="t" r="r" b="b"/>
            <a:pathLst>
              <a:path w="5986" h="2551" extrusionOk="0">
                <a:moveTo>
                  <a:pt x="2400" y="1"/>
                </a:moveTo>
                <a:cubicBezTo>
                  <a:pt x="1718" y="1"/>
                  <a:pt x="1161" y="558"/>
                  <a:pt x="1161" y="1249"/>
                </a:cubicBezTo>
                <a:cubicBezTo>
                  <a:pt x="1161" y="1284"/>
                  <a:pt x="1161" y="1320"/>
                  <a:pt x="1169" y="1364"/>
                </a:cubicBezTo>
                <a:cubicBezTo>
                  <a:pt x="532" y="1400"/>
                  <a:pt x="27" y="1913"/>
                  <a:pt x="1" y="2551"/>
                </a:cubicBezTo>
                <a:lnTo>
                  <a:pt x="5986" y="2551"/>
                </a:lnTo>
                <a:cubicBezTo>
                  <a:pt x="5959" y="1957"/>
                  <a:pt x="5517" y="1470"/>
                  <a:pt x="4941" y="1382"/>
                </a:cubicBezTo>
                <a:cubicBezTo>
                  <a:pt x="4950" y="1338"/>
                  <a:pt x="4950" y="1293"/>
                  <a:pt x="4950" y="1249"/>
                </a:cubicBezTo>
                <a:cubicBezTo>
                  <a:pt x="4950" y="682"/>
                  <a:pt x="4490" y="213"/>
                  <a:pt x="3923" y="213"/>
                </a:cubicBezTo>
                <a:cubicBezTo>
                  <a:pt x="3702" y="213"/>
                  <a:pt x="3489" y="293"/>
                  <a:pt x="3321" y="408"/>
                </a:cubicBezTo>
                <a:cubicBezTo>
                  <a:pt x="3100" y="160"/>
                  <a:pt x="2772" y="1"/>
                  <a:pt x="24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311" name="Google Shape;1311;p39"/>
          <p:cNvSpPr/>
          <p:nvPr/>
        </p:nvSpPr>
        <p:spPr>
          <a:xfrm>
            <a:off x="4718375" y="2767525"/>
            <a:ext cx="1361899" cy="579973"/>
          </a:xfrm>
          <a:custGeom>
            <a:avLst/>
            <a:gdLst/>
            <a:ahLst/>
            <a:cxnLst/>
            <a:rect l="l" t="t" r="r" b="b"/>
            <a:pathLst>
              <a:path w="6906" h="2941" extrusionOk="0">
                <a:moveTo>
                  <a:pt x="2771" y="1"/>
                </a:moveTo>
                <a:cubicBezTo>
                  <a:pt x="1983" y="1"/>
                  <a:pt x="1337" y="638"/>
                  <a:pt x="1337" y="1435"/>
                </a:cubicBezTo>
                <a:cubicBezTo>
                  <a:pt x="1337" y="1479"/>
                  <a:pt x="1346" y="1524"/>
                  <a:pt x="1346" y="1568"/>
                </a:cubicBezTo>
                <a:cubicBezTo>
                  <a:pt x="611" y="1612"/>
                  <a:pt x="27" y="2205"/>
                  <a:pt x="0" y="2940"/>
                </a:cubicBezTo>
                <a:lnTo>
                  <a:pt x="6906" y="2940"/>
                </a:lnTo>
                <a:cubicBezTo>
                  <a:pt x="6879" y="2259"/>
                  <a:pt x="6366" y="1692"/>
                  <a:pt x="5711" y="1586"/>
                </a:cubicBezTo>
                <a:cubicBezTo>
                  <a:pt x="5711" y="1533"/>
                  <a:pt x="5719" y="1488"/>
                  <a:pt x="5719" y="1435"/>
                </a:cubicBezTo>
                <a:cubicBezTo>
                  <a:pt x="5719" y="780"/>
                  <a:pt x="5188" y="249"/>
                  <a:pt x="4524" y="249"/>
                </a:cubicBezTo>
                <a:cubicBezTo>
                  <a:pt x="4267" y="249"/>
                  <a:pt x="4028" y="328"/>
                  <a:pt x="3834" y="470"/>
                </a:cubicBezTo>
                <a:cubicBezTo>
                  <a:pt x="3577" y="178"/>
                  <a:pt x="3196" y="1"/>
                  <a:pt x="2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sp>
        <p:nvSpPr>
          <p:cNvPr id="1312" name="Google Shape;1312;p39"/>
          <p:cNvSpPr/>
          <p:nvPr/>
        </p:nvSpPr>
        <p:spPr>
          <a:xfrm>
            <a:off x="1" y="3749852"/>
            <a:ext cx="9144055" cy="1393634"/>
          </a:xfrm>
          <a:custGeom>
            <a:avLst/>
            <a:gdLst/>
            <a:ahLst/>
            <a:cxnLst/>
            <a:rect l="l" t="t" r="r" b="b"/>
            <a:pathLst>
              <a:path w="57594" h="19027" extrusionOk="0">
                <a:moveTo>
                  <a:pt x="31112" y="0"/>
                </a:moveTo>
                <a:cubicBezTo>
                  <a:pt x="29625" y="0"/>
                  <a:pt x="28190" y="567"/>
                  <a:pt x="27092" y="1585"/>
                </a:cubicBezTo>
                <a:lnTo>
                  <a:pt x="15609" y="12289"/>
                </a:lnTo>
                <a:cubicBezTo>
                  <a:pt x="14520" y="13307"/>
                  <a:pt x="13086" y="13874"/>
                  <a:pt x="11590" y="13874"/>
                </a:cubicBezTo>
                <a:lnTo>
                  <a:pt x="7597" y="13874"/>
                </a:lnTo>
                <a:cubicBezTo>
                  <a:pt x="6038" y="13874"/>
                  <a:pt x="4542" y="14494"/>
                  <a:pt x="3435" y="15600"/>
                </a:cubicBezTo>
                <a:lnTo>
                  <a:pt x="0" y="19027"/>
                </a:lnTo>
                <a:lnTo>
                  <a:pt x="57593" y="19027"/>
                </a:lnTo>
                <a:lnTo>
                  <a:pt x="5759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grpSp>
        <p:nvGrpSpPr>
          <p:cNvPr id="1313" name="Google Shape;1313;p39"/>
          <p:cNvGrpSpPr/>
          <p:nvPr/>
        </p:nvGrpSpPr>
        <p:grpSpPr>
          <a:xfrm>
            <a:off x="715111" y="3399484"/>
            <a:ext cx="466137" cy="1433276"/>
            <a:chOff x="6073946" y="2489807"/>
            <a:chExt cx="408642" cy="1256488"/>
          </a:xfrm>
        </p:grpSpPr>
        <p:sp>
          <p:nvSpPr>
            <p:cNvPr id="1314" name="Google Shape;1314;p39"/>
            <p:cNvSpPr/>
            <p:nvPr/>
          </p:nvSpPr>
          <p:spPr>
            <a:xfrm>
              <a:off x="6073946" y="2489807"/>
              <a:ext cx="408642" cy="949884"/>
            </a:xfrm>
            <a:custGeom>
              <a:avLst/>
              <a:gdLst/>
              <a:ahLst/>
              <a:cxnLst/>
              <a:rect l="l" t="t" r="r" b="b"/>
              <a:pathLst>
                <a:path w="4826" h="11218" extrusionOk="0">
                  <a:moveTo>
                    <a:pt x="2409" y="0"/>
                  </a:moveTo>
                  <a:cubicBezTo>
                    <a:pt x="1993" y="0"/>
                    <a:pt x="0" y="4843"/>
                    <a:pt x="0" y="7942"/>
                  </a:cubicBezTo>
                  <a:cubicBezTo>
                    <a:pt x="0" y="11041"/>
                    <a:pt x="1081" y="11218"/>
                    <a:pt x="2409" y="11218"/>
                  </a:cubicBezTo>
                  <a:cubicBezTo>
                    <a:pt x="3746" y="11218"/>
                    <a:pt x="4826" y="11041"/>
                    <a:pt x="4826" y="7942"/>
                  </a:cubicBezTo>
                  <a:cubicBezTo>
                    <a:pt x="4826" y="4843"/>
                    <a:pt x="2834" y="0"/>
                    <a:pt x="2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6175132" y="2908097"/>
              <a:ext cx="222780" cy="838198"/>
            </a:xfrm>
            <a:custGeom>
              <a:avLst/>
              <a:gdLst/>
              <a:ahLst/>
              <a:cxnLst/>
              <a:rect l="l" t="t" r="r" b="b"/>
              <a:pathLst>
                <a:path w="2631" h="9899" extrusionOk="0">
                  <a:moveTo>
                    <a:pt x="1116" y="0"/>
                  </a:moveTo>
                  <a:lnTo>
                    <a:pt x="1116" y="3099"/>
                  </a:lnTo>
                  <a:lnTo>
                    <a:pt x="151" y="2134"/>
                  </a:lnTo>
                  <a:lnTo>
                    <a:pt x="1" y="2285"/>
                  </a:lnTo>
                  <a:lnTo>
                    <a:pt x="1116" y="3391"/>
                  </a:lnTo>
                  <a:lnTo>
                    <a:pt x="1116" y="9899"/>
                  </a:lnTo>
                  <a:lnTo>
                    <a:pt x="1320" y="9899"/>
                  </a:lnTo>
                  <a:lnTo>
                    <a:pt x="1320" y="5136"/>
                  </a:lnTo>
                  <a:lnTo>
                    <a:pt x="2630" y="3825"/>
                  </a:lnTo>
                  <a:lnTo>
                    <a:pt x="2480" y="3675"/>
                  </a:lnTo>
                  <a:lnTo>
                    <a:pt x="1320" y="4843"/>
                  </a:lnTo>
                  <a:lnTo>
                    <a:pt x="1320" y="1320"/>
                  </a:lnTo>
                  <a:lnTo>
                    <a:pt x="2294" y="346"/>
                  </a:lnTo>
                  <a:lnTo>
                    <a:pt x="2143" y="195"/>
                  </a:lnTo>
                  <a:lnTo>
                    <a:pt x="1320" y="1019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sp>
        <p:nvSpPr>
          <p:cNvPr id="1316" name="Google Shape;1316;p39"/>
          <p:cNvSpPr/>
          <p:nvPr/>
        </p:nvSpPr>
        <p:spPr>
          <a:xfrm>
            <a:off x="8338836" y="2889370"/>
            <a:ext cx="18292" cy="439298"/>
          </a:xfrm>
          <a:custGeom>
            <a:avLst/>
            <a:gdLst/>
            <a:ahLst/>
            <a:cxnLst/>
            <a:rect l="l" t="t" r="r" b="b"/>
            <a:pathLst>
              <a:path w="125" h="3002" extrusionOk="0">
                <a:moveTo>
                  <a:pt x="1" y="0"/>
                </a:moveTo>
                <a:lnTo>
                  <a:pt x="1" y="3002"/>
                </a:lnTo>
                <a:lnTo>
                  <a:pt x="125" y="3002"/>
                </a:lnTo>
                <a:lnTo>
                  <a:pt x="12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6" tIns="91426" rIns="91426" bIns="91426" anchor="ctr" anchorCtr="0">
            <a:noAutofit/>
          </a:bodyPr>
          <a:lstStyle/>
          <a:p>
            <a:endParaRPr sz="1401"/>
          </a:p>
        </p:txBody>
      </p:sp>
      <p:grpSp>
        <p:nvGrpSpPr>
          <p:cNvPr id="1317" name="Google Shape;1317;p39"/>
          <p:cNvGrpSpPr/>
          <p:nvPr/>
        </p:nvGrpSpPr>
        <p:grpSpPr>
          <a:xfrm>
            <a:off x="5632406" y="1207154"/>
            <a:ext cx="2930775" cy="2546149"/>
            <a:chOff x="5632418" y="1229663"/>
            <a:chExt cx="2900895" cy="2520192"/>
          </a:xfrm>
        </p:grpSpPr>
        <p:grpSp>
          <p:nvGrpSpPr>
            <p:cNvPr id="1318" name="Google Shape;1318;p39"/>
            <p:cNvGrpSpPr/>
            <p:nvPr/>
          </p:nvGrpSpPr>
          <p:grpSpPr>
            <a:xfrm>
              <a:off x="5632418" y="1229663"/>
              <a:ext cx="2900895" cy="2520192"/>
              <a:chOff x="1175750" y="1721763"/>
              <a:chExt cx="495600" cy="430552"/>
            </a:xfrm>
          </p:grpSpPr>
          <p:sp>
            <p:nvSpPr>
              <p:cNvPr id="1319" name="Google Shape;1319;p39"/>
              <p:cNvSpPr/>
              <p:nvPr/>
            </p:nvSpPr>
            <p:spPr>
              <a:xfrm>
                <a:off x="1614675" y="1952613"/>
                <a:ext cx="33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490" extrusionOk="0">
                    <a:moveTo>
                      <a:pt x="0" y="1"/>
                    </a:moveTo>
                    <a:lnTo>
                      <a:pt x="0" y="4490"/>
                    </a:lnTo>
                    <a:lnTo>
                      <a:pt x="133" y="4490"/>
                    </a:lnTo>
                    <a:lnTo>
                      <a:pt x="13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0" name="Google Shape;1320;p39"/>
              <p:cNvSpPr/>
              <p:nvPr/>
            </p:nvSpPr>
            <p:spPr>
              <a:xfrm>
                <a:off x="1614675" y="1952613"/>
                <a:ext cx="49600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125" extrusionOk="0">
                    <a:moveTo>
                      <a:pt x="0" y="1"/>
                    </a:moveTo>
                    <a:lnTo>
                      <a:pt x="0" y="125"/>
                    </a:lnTo>
                    <a:lnTo>
                      <a:pt x="1984" y="125"/>
                    </a:lnTo>
                    <a:lnTo>
                      <a:pt x="19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1" name="Google Shape;1321;p39"/>
              <p:cNvSpPr/>
              <p:nvPr/>
            </p:nvSpPr>
            <p:spPr>
              <a:xfrm>
                <a:off x="1614675" y="2061738"/>
                <a:ext cx="49600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125" extrusionOk="0">
                    <a:moveTo>
                      <a:pt x="0" y="1"/>
                    </a:moveTo>
                    <a:lnTo>
                      <a:pt x="0" y="125"/>
                    </a:lnTo>
                    <a:lnTo>
                      <a:pt x="1984" y="125"/>
                    </a:lnTo>
                    <a:lnTo>
                      <a:pt x="19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2" name="Google Shape;1322;p39"/>
              <p:cNvSpPr/>
              <p:nvPr/>
            </p:nvSpPr>
            <p:spPr>
              <a:xfrm>
                <a:off x="1618000" y="1955713"/>
                <a:ext cx="42950" cy="106050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4242" extrusionOk="0">
                    <a:moveTo>
                      <a:pt x="0" y="1"/>
                    </a:moveTo>
                    <a:lnTo>
                      <a:pt x="0" y="4242"/>
                    </a:lnTo>
                    <a:lnTo>
                      <a:pt x="1718" y="4242"/>
                    </a:lnTo>
                    <a:lnTo>
                      <a:pt x="1718" y="1"/>
                    </a:lnTo>
                    <a:close/>
                  </a:path>
                </a:pathLst>
              </a:custGeom>
              <a:solidFill>
                <a:srgbClr val="00D2F9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3" name="Google Shape;1323;p39"/>
              <p:cNvSpPr/>
              <p:nvPr/>
            </p:nvSpPr>
            <p:spPr>
              <a:xfrm>
                <a:off x="1618000" y="1955713"/>
                <a:ext cx="3550" cy="10605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4242" extrusionOk="0">
                    <a:moveTo>
                      <a:pt x="0" y="1"/>
                    </a:moveTo>
                    <a:lnTo>
                      <a:pt x="0" y="4242"/>
                    </a:lnTo>
                    <a:lnTo>
                      <a:pt x="142" y="4242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0D2F9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4" name="Google Shape;1324;p39"/>
              <p:cNvSpPr/>
              <p:nvPr/>
            </p:nvSpPr>
            <p:spPr>
              <a:xfrm>
                <a:off x="1381150" y="1767138"/>
                <a:ext cx="274500" cy="385175"/>
              </a:xfrm>
              <a:custGeom>
                <a:avLst/>
                <a:gdLst/>
                <a:ahLst/>
                <a:cxnLst/>
                <a:rect l="l" t="t" r="r" b="b"/>
                <a:pathLst>
                  <a:path w="10980" h="15407" extrusionOk="0">
                    <a:moveTo>
                      <a:pt x="5490" y="1"/>
                    </a:moveTo>
                    <a:lnTo>
                      <a:pt x="1" y="4755"/>
                    </a:lnTo>
                    <a:lnTo>
                      <a:pt x="1" y="15406"/>
                    </a:lnTo>
                    <a:lnTo>
                      <a:pt x="10979" y="15406"/>
                    </a:lnTo>
                    <a:lnTo>
                      <a:pt x="10979" y="4755"/>
                    </a:lnTo>
                    <a:lnTo>
                      <a:pt x="54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5" name="Google Shape;1325;p39"/>
              <p:cNvSpPr/>
              <p:nvPr/>
            </p:nvSpPr>
            <p:spPr>
              <a:xfrm>
                <a:off x="1518400" y="1767138"/>
                <a:ext cx="152950" cy="385175"/>
              </a:xfrm>
              <a:custGeom>
                <a:avLst/>
                <a:gdLst/>
                <a:ahLst/>
                <a:cxnLst/>
                <a:rect l="l" t="t" r="r" b="b"/>
                <a:pathLst>
                  <a:path w="6118" h="15407" extrusionOk="0">
                    <a:moveTo>
                      <a:pt x="0" y="1"/>
                    </a:moveTo>
                    <a:lnTo>
                      <a:pt x="5489" y="4755"/>
                    </a:lnTo>
                    <a:lnTo>
                      <a:pt x="5489" y="15406"/>
                    </a:lnTo>
                    <a:lnTo>
                      <a:pt x="6118" y="15406"/>
                    </a:lnTo>
                    <a:lnTo>
                      <a:pt x="6118" y="4755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6" name="Google Shape;1326;p39"/>
              <p:cNvSpPr/>
              <p:nvPr/>
            </p:nvSpPr>
            <p:spPr>
              <a:xfrm>
                <a:off x="1181950" y="1767138"/>
                <a:ext cx="253675" cy="385175"/>
              </a:xfrm>
              <a:custGeom>
                <a:avLst/>
                <a:gdLst/>
                <a:ahLst/>
                <a:cxnLst/>
                <a:rect l="l" t="t" r="r" b="b"/>
                <a:pathLst>
                  <a:path w="10147" h="15407" extrusionOk="0">
                    <a:moveTo>
                      <a:pt x="4658" y="1"/>
                    </a:moveTo>
                    <a:lnTo>
                      <a:pt x="0" y="4755"/>
                    </a:lnTo>
                    <a:lnTo>
                      <a:pt x="0" y="15406"/>
                    </a:lnTo>
                    <a:lnTo>
                      <a:pt x="10147" y="15406"/>
                    </a:lnTo>
                    <a:lnTo>
                      <a:pt x="10147" y="4755"/>
                    </a:lnTo>
                    <a:lnTo>
                      <a:pt x="46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r>
                  <a:rPr lang="en" sz="1401"/>
                  <a:t>++</a:t>
                </a:r>
                <a:endParaRPr sz="1401"/>
              </a:p>
            </p:txBody>
          </p:sp>
          <p:sp>
            <p:nvSpPr>
              <p:cNvPr id="1327" name="Google Shape;1327;p39"/>
              <p:cNvSpPr/>
              <p:nvPr/>
            </p:nvSpPr>
            <p:spPr>
              <a:xfrm>
                <a:off x="1296163" y="1767138"/>
                <a:ext cx="152975" cy="385175"/>
              </a:xfrm>
              <a:custGeom>
                <a:avLst/>
                <a:gdLst/>
                <a:ahLst/>
                <a:cxnLst/>
                <a:rect l="l" t="t" r="r" b="b"/>
                <a:pathLst>
                  <a:path w="6119" h="15407" extrusionOk="0">
                    <a:moveTo>
                      <a:pt x="1" y="1"/>
                    </a:moveTo>
                    <a:lnTo>
                      <a:pt x="5490" y="4755"/>
                    </a:lnTo>
                    <a:lnTo>
                      <a:pt x="5490" y="15406"/>
                    </a:lnTo>
                    <a:lnTo>
                      <a:pt x="6118" y="15406"/>
                    </a:lnTo>
                    <a:lnTo>
                      <a:pt x="6118" y="4755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8" name="Google Shape;1328;p39"/>
              <p:cNvSpPr/>
              <p:nvPr/>
            </p:nvSpPr>
            <p:spPr>
              <a:xfrm>
                <a:off x="1434050" y="1885988"/>
                <a:ext cx="15750" cy="266325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0653" extrusionOk="0">
                    <a:moveTo>
                      <a:pt x="1" y="1"/>
                    </a:moveTo>
                    <a:lnTo>
                      <a:pt x="1" y="10652"/>
                    </a:lnTo>
                    <a:lnTo>
                      <a:pt x="629" y="10652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29" name="Google Shape;1329;p39"/>
              <p:cNvSpPr/>
              <p:nvPr/>
            </p:nvSpPr>
            <p:spPr>
              <a:xfrm>
                <a:off x="1316075" y="1771113"/>
                <a:ext cx="345550" cy="125525"/>
              </a:xfrm>
              <a:custGeom>
                <a:avLst/>
                <a:gdLst/>
                <a:ahLst/>
                <a:cxnLst/>
                <a:rect l="l" t="t" r="r" b="b"/>
                <a:pathLst>
                  <a:path w="13822" h="5021" extrusionOk="0">
                    <a:moveTo>
                      <a:pt x="1" y="1"/>
                    </a:moveTo>
                    <a:lnTo>
                      <a:pt x="5835" y="5021"/>
                    </a:lnTo>
                    <a:lnTo>
                      <a:pt x="13821" y="502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0" name="Google Shape;1330;p39"/>
              <p:cNvSpPr/>
              <p:nvPr/>
            </p:nvSpPr>
            <p:spPr>
              <a:xfrm>
                <a:off x="1449776" y="1893514"/>
                <a:ext cx="205865" cy="258800"/>
              </a:xfrm>
              <a:custGeom>
                <a:avLst/>
                <a:gdLst/>
                <a:ahLst/>
                <a:cxnLst/>
                <a:rect l="l" t="t" r="r" b="b"/>
                <a:pathLst>
                  <a:path w="8022" h="10352" extrusionOk="0">
                    <a:moveTo>
                      <a:pt x="0" y="1"/>
                    </a:moveTo>
                    <a:lnTo>
                      <a:pt x="0" y="10351"/>
                    </a:lnTo>
                    <a:lnTo>
                      <a:pt x="8022" y="10351"/>
                    </a:lnTo>
                    <a:lnTo>
                      <a:pt x="8022" y="408"/>
                    </a:lnTo>
                    <a:lnTo>
                      <a:pt x="487" y="4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1" name="Google Shape;1331;p39"/>
              <p:cNvSpPr/>
              <p:nvPr/>
            </p:nvSpPr>
            <p:spPr>
              <a:xfrm>
                <a:off x="1461950" y="1896613"/>
                <a:ext cx="1996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7987" h="285" extrusionOk="0">
                    <a:moveTo>
                      <a:pt x="0" y="1"/>
                    </a:moveTo>
                    <a:lnTo>
                      <a:pt x="0" y="284"/>
                    </a:lnTo>
                    <a:lnTo>
                      <a:pt x="7986" y="284"/>
                    </a:lnTo>
                    <a:lnTo>
                      <a:pt x="79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2" name="Google Shape;1332;p39"/>
              <p:cNvSpPr/>
              <p:nvPr/>
            </p:nvSpPr>
            <p:spPr>
              <a:xfrm>
                <a:off x="1449775" y="1885988"/>
                <a:ext cx="12200" cy="177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710" extrusionOk="0">
                    <a:moveTo>
                      <a:pt x="0" y="1"/>
                    </a:moveTo>
                    <a:lnTo>
                      <a:pt x="0" y="302"/>
                    </a:lnTo>
                    <a:lnTo>
                      <a:pt x="487" y="709"/>
                    </a:lnTo>
                    <a:lnTo>
                      <a:pt x="487" y="4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3" name="Google Shape;1333;p39"/>
              <p:cNvSpPr/>
              <p:nvPr/>
            </p:nvSpPr>
            <p:spPr>
              <a:xfrm>
                <a:off x="1175750" y="1948188"/>
                <a:ext cx="266075" cy="21950"/>
              </a:xfrm>
              <a:custGeom>
                <a:avLst/>
                <a:gdLst/>
                <a:ahLst/>
                <a:cxnLst/>
                <a:rect l="l" t="t" r="r" b="b"/>
                <a:pathLst>
                  <a:path w="10643" h="878" extrusionOk="0">
                    <a:moveTo>
                      <a:pt x="1" y="1"/>
                    </a:moveTo>
                    <a:lnTo>
                      <a:pt x="1" y="877"/>
                    </a:lnTo>
                    <a:lnTo>
                      <a:pt x="10643" y="877"/>
                    </a:lnTo>
                    <a:lnTo>
                      <a:pt x="106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4" name="Google Shape;1334;p39"/>
              <p:cNvSpPr/>
              <p:nvPr/>
            </p:nvSpPr>
            <p:spPr>
              <a:xfrm>
                <a:off x="1442026" y="1948190"/>
                <a:ext cx="229315" cy="21946"/>
              </a:xfrm>
              <a:custGeom>
                <a:avLst/>
                <a:gdLst/>
                <a:ahLst/>
                <a:cxnLst/>
                <a:rect l="l" t="t" r="r" b="b"/>
                <a:pathLst>
                  <a:path w="9377" h="878" extrusionOk="0">
                    <a:moveTo>
                      <a:pt x="1" y="1"/>
                    </a:moveTo>
                    <a:lnTo>
                      <a:pt x="1" y="877"/>
                    </a:lnTo>
                    <a:lnTo>
                      <a:pt x="9377" y="877"/>
                    </a:lnTo>
                    <a:lnTo>
                      <a:pt x="937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5" name="Google Shape;1335;p39"/>
              <p:cNvSpPr/>
              <p:nvPr/>
            </p:nvSpPr>
            <p:spPr>
              <a:xfrm>
                <a:off x="1182382" y="1970110"/>
                <a:ext cx="259238" cy="6651"/>
              </a:xfrm>
              <a:custGeom>
                <a:avLst/>
                <a:gdLst/>
                <a:ahLst/>
                <a:cxnLst/>
                <a:rect l="l" t="t" r="r" b="b"/>
                <a:pathLst>
                  <a:path w="10430" h="266" extrusionOk="0">
                    <a:moveTo>
                      <a:pt x="0" y="0"/>
                    </a:moveTo>
                    <a:lnTo>
                      <a:pt x="0" y="266"/>
                    </a:lnTo>
                    <a:lnTo>
                      <a:pt x="10430" y="266"/>
                    </a:lnTo>
                    <a:lnTo>
                      <a:pt x="1043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6" name="Google Shape;1336;p39"/>
              <p:cNvSpPr/>
              <p:nvPr/>
            </p:nvSpPr>
            <p:spPr>
              <a:xfrm>
                <a:off x="1441576" y="1970335"/>
                <a:ext cx="214334" cy="6426"/>
              </a:xfrm>
              <a:custGeom>
                <a:avLst/>
                <a:gdLst/>
                <a:ahLst/>
                <a:cxnLst/>
                <a:rect l="l" t="t" r="r" b="b"/>
                <a:pathLst>
                  <a:path w="9191" h="257" extrusionOk="0">
                    <a:moveTo>
                      <a:pt x="1" y="0"/>
                    </a:moveTo>
                    <a:lnTo>
                      <a:pt x="1" y="257"/>
                    </a:lnTo>
                    <a:lnTo>
                      <a:pt x="9191" y="257"/>
                    </a:lnTo>
                    <a:lnTo>
                      <a:pt x="919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7" name="Google Shape;1337;p39"/>
              <p:cNvSpPr/>
              <p:nvPr/>
            </p:nvSpPr>
            <p:spPr>
              <a:xfrm>
                <a:off x="1518175" y="2118638"/>
                <a:ext cx="57125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2285" h="1347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285" y="1346"/>
                    </a:lnTo>
                    <a:lnTo>
                      <a:pt x="2285" y="868"/>
                    </a:lnTo>
                    <a:lnTo>
                      <a:pt x="1585" y="868"/>
                    </a:lnTo>
                    <a:lnTo>
                      <a:pt x="1585" y="461"/>
                    </a:lnTo>
                    <a:lnTo>
                      <a:pt x="841" y="461"/>
                    </a:lnTo>
                    <a:lnTo>
                      <a:pt x="8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8" name="Google Shape;1338;p39"/>
              <p:cNvSpPr/>
              <p:nvPr/>
            </p:nvSpPr>
            <p:spPr>
              <a:xfrm>
                <a:off x="1539200" y="2118638"/>
                <a:ext cx="51150" cy="11525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461" extrusionOk="0">
                    <a:moveTo>
                      <a:pt x="0" y="0"/>
                    </a:moveTo>
                    <a:lnTo>
                      <a:pt x="0" y="461"/>
                    </a:lnTo>
                    <a:lnTo>
                      <a:pt x="2046" y="461"/>
                    </a:lnTo>
                    <a:lnTo>
                      <a:pt x="2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39" name="Google Shape;1339;p39"/>
              <p:cNvSpPr/>
              <p:nvPr/>
            </p:nvSpPr>
            <p:spPr>
              <a:xfrm>
                <a:off x="1539200" y="2127938"/>
                <a:ext cx="51150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89" extrusionOk="0">
                    <a:moveTo>
                      <a:pt x="0" y="0"/>
                    </a:moveTo>
                    <a:lnTo>
                      <a:pt x="0" y="89"/>
                    </a:lnTo>
                    <a:lnTo>
                      <a:pt x="2046" y="89"/>
                    </a:lnTo>
                    <a:lnTo>
                      <a:pt x="2046" y="0"/>
                    </a:lnTo>
                    <a:close/>
                  </a:path>
                </a:pathLst>
              </a:custGeom>
              <a:solidFill>
                <a:srgbClr val="F6D796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0" name="Google Shape;1340;p39"/>
              <p:cNvSpPr/>
              <p:nvPr/>
            </p:nvSpPr>
            <p:spPr>
              <a:xfrm>
                <a:off x="1557575" y="2130138"/>
                <a:ext cx="51375" cy="10200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408" extrusionOk="0">
                    <a:moveTo>
                      <a:pt x="0" y="1"/>
                    </a:moveTo>
                    <a:lnTo>
                      <a:pt x="0" y="408"/>
                    </a:lnTo>
                    <a:lnTo>
                      <a:pt x="2054" y="408"/>
                    </a:lnTo>
                    <a:lnTo>
                      <a:pt x="2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1" name="Google Shape;1341;p39"/>
              <p:cNvSpPr/>
              <p:nvPr/>
            </p:nvSpPr>
            <p:spPr>
              <a:xfrm>
                <a:off x="1575275" y="2140313"/>
                <a:ext cx="51150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480" extrusionOk="0">
                    <a:moveTo>
                      <a:pt x="1" y="1"/>
                    </a:moveTo>
                    <a:lnTo>
                      <a:pt x="1" y="479"/>
                    </a:lnTo>
                    <a:lnTo>
                      <a:pt x="2046" y="479"/>
                    </a:lnTo>
                    <a:lnTo>
                      <a:pt x="20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2" name="Google Shape;1342;p39"/>
              <p:cNvSpPr/>
              <p:nvPr/>
            </p:nvSpPr>
            <p:spPr>
              <a:xfrm>
                <a:off x="1557575" y="2138113"/>
                <a:ext cx="51375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89" extrusionOk="0">
                    <a:moveTo>
                      <a:pt x="0" y="0"/>
                    </a:moveTo>
                    <a:lnTo>
                      <a:pt x="0" y="89"/>
                    </a:lnTo>
                    <a:lnTo>
                      <a:pt x="2054" y="89"/>
                    </a:lnTo>
                    <a:lnTo>
                      <a:pt x="2054" y="0"/>
                    </a:lnTo>
                    <a:close/>
                  </a:path>
                </a:pathLst>
              </a:custGeom>
              <a:solidFill>
                <a:srgbClr val="F6D796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3" name="Google Shape;1343;p39"/>
              <p:cNvSpPr/>
              <p:nvPr/>
            </p:nvSpPr>
            <p:spPr>
              <a:xfrm>
                <a:off x="1575275" y="2150063"/>
                <a:ext cx="51150" cy="225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90" extrusionOk="0">
                    <a:moveTo>
                      <a:pt x="1" y="0"/>
                    </a:moveTo>
                    <a:lnTo>
                      <a:pt x="1" y="89"/>
                    </a:lnTo>
                    <a:lnTo>
                      <a:pt x="2046" y="89"/>
                    </a:lnTo>
                    <a:lnTo>
                      <a:pt x="2046" y="0"/>
                    </a:lnTo>
                    <a:close/>
                  </a:path>
                </a:pathLst>
              </a:custGeom>
              <a:solidFill>
                <a:srgbClr val="F6D796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4" name="Google Shape;1344;p39"/>
              <p:cNvSpPr/>
              <p:nvPr/>
            </p:nvSpPr>
            <p:spPr>
              <a:xfrm>
                <a:off x="1518175" y="2012613"/>
                <a:ext cx="72175" cy="106050"/>
              </a:xfrm>
              <a:custGeom>
                <a:avLst/>
                <a:gdLst/>
                <a:ahLst/>
                <a:cxnLst/>
                <a:rect l="l" t="t" r="r" b="b"/>
                <a:pathLst>
                  <a:path w="2887" h="4242" extrusionOk="0">
                    <a:moveTo>
                      <a:pt x="1443" y="0"/>
                    </a:moveTo>
                    <a:cubicBezTo>
                      <a:pt x="647" y="0"/>
                      <a:pt x="0" y="647"/>
                      <a:pt x="0" y="1443"/>
                    </a:cubicBezTo>
                    <a:lnTo>
                      <a:pt x="0" y="4241"/>
                    </a:lnTo>
                    <a:lnTo>
                      <a:pt x="2887" y="4241"/>
                    </a:lnTo>
                    <a:lnTo>
                      <a:pt x="2887" y="1443"/>
                    </a:lnTo>
                    <a:cubicBezTo>
                      <a:pt x="2887" y="647"/>
                      <a:pt x="2240" y="0"/>
                      <a:pt x="1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5" name="Google Shape;1345;p39"/>
              <p:cNvSpPr/>
              <p:nvPr/>
            </p:nvSpPr>
            <p:spPr>
              <a:xfrm>
                <a:off x="1521925" y="2016363"/>
                <a:ext cx="64675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87" h="4092" extrusionOk="0">
                    <a:moveTo>
                      <a:pt x="1293" y="1"/>
                    </a:moveTo>
                    <a:cubicBezTo>
                      <a:pt x="576" y="1"/>
                      <a:pt x="1" y="576"/>
                      <a:pt x="1" y="1293"/>
                    </a:cubicBezTo>
                    <a:lnTo>
                      <a:pt x="1" y="4091"/>
                    </a:lnTo>
                    <a:lnTo>
                      <a:pt x="2586" y="4091"/>
                    </a:lnTo>
                    <a:lnTo>
                      <a:pt x="2586" y="1293"/>
                    </a:lnTo>
                    <a:cubicBezTo>
                      <a:pt x="2586" y="576"/>
                      <a:pt x="2002" y="1"/>
                      <a:pt x="12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6" name="Google Shape;1346;p39"/>
              <p:cNvSpPr/>
              <p:nvPr/>
            </p:nvSpPr>
            <p:spPr>
              <a:xfrm>
                <a:off x="1548500" y="2016363"/>
                <a:ext cx="3810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4092" extrusionOk="0">
                    <a:moveTo>
                      <a:pt x="230" y="1"/>
                    </a:moveTo>
                    <a:cubicBezTo>
                      <a:pt x="151" y="1"/>
                      <a:pt x="80" y="1"/>
                      <a:pt x="0" y="19"/>
                    </a:cubicBezTo>
                    <a:cubicBezTo>
                      <a:pt x="611" y="125"/>
                      <a:pt x="1072" y="656"/>
                      <a:pt x="1072" y="1293"/>
                    </a:cubicBezTo>
                    <a:lnTo>
                      <a:pt x="1072" y="4091"/>
                    </a:lnTo>
                    <a:lnTo>
                      <a:pt x="1523" y="4091"/>
                    </a:lnTo>
                    <a:lnTo>
                      <a:pt x="1523" y="1293"/>
                    </a:lnTo>
                    <a:cubicBezTo>
                      <a:pt x="1523" y="576"/>
                      <a:pt x="939" y="1"/>
                      <a:pt x="2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7" name="Google Shape;1347;p39"/>
              <p:cNvSpPr/>
              <p:nvPr/>
            </p:nvSpPr>
            <p:spPr>
              <a:xfrm>
                <a:off x="1521925" y="2030088"/>
                <a:ext cx="46950" cy="88575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3543" extrusionOk="0">
                    <a:moveTo>
                      <a:pt x="851" y="1"/>
                    </a:moveTo>
                    <a:cubicBezTo>
                      <a:pt x="523" y="1"/>
                      <a:pt x="240" y="151"/>
                      <a:pt x="54" y="381"/>
                    </a:cubicBezTo>
                    <a:cubicBezTo>
                      <a:pt x="18" y="497"/>
                      <a:pt x="1" y="621"/>
                      <a:pt x="1" y="744"/>
                    </a:cubicBezTo>
                    <a:lnTo>
                      <a:pt x="1" y="3542"/>
                    </a:lnTo>
                    <a:lnTo>
                      <a:pt x="1878" y="3542"/>
                    </a:lnTo>
                    <a:lnTo>
                      <a:pt x="1878" y="1037"/>
                    </a:lnTo>
                    <a:cubicBezTo>
                      <a:pt x="1878" y="461"/>
                      <a:pt x="1417" y="10"/>
                      <a:pt x="851" y="10"/>
                    </a:cubicBezTo>
                    <a:lnTo>
                      <a:pt x="851" y="1"/>
                    </a:lnTo>
                    <a:close/>
                  </a:path>
                </a:pathLst>
              </a:custGeom>
              <a:solidFill>
                <a:srgbClr val="FFFFFE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8" name="Google Shape;1348;p39"/>
              <p:cNvSpPr/>
              <p:nvPr/>
            </p:nvSpPr>
            <p:spPr>
              <a:xfrm>
                <a:off x="1521925" y="2034513"/>
                <a:ext cx="42525" cy="84150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3366" extrusionOk="0">
                    <a:moveTo>
                      <a:pt x="851" y="1"/>
                    </a:moveTo>
                    <a:cubicBezTo>
                      <a:pt x="408" y="1"/>
                      <a:pt x="54" y="328"/>
                      <a:pt x="1" y="753"/>
                    </a:cubicBezTo>
                    <a:lnTo>
                      <a:pt x="1" y="3365"/>
                    </a:lnTo>
                    <a:lnTo>
                      <a:pt x="1701" y="3365"/>
                    </a:lnTo>
                    <a:lnTo>
                      <a:pt x="1701" y="851"/>
                    </a:lnTo>
                    <a:cubicBezTo>
                      <a:pt x="1701" y="382"/>
                      <a:pt x="1320" y="1"/>
                      <a:pt x="8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49" name="Google Shape;1349;p39"/>
              <p:cNvSpPr/>
              <p:nvPr/>
            </p:nvSpPr>
            <p:spPr>
              <a:xfrm>
                <a:off x="1449775" y="1893513"/>
                <a:ext cx="205875" cy="40325"/>
              </a:xfrm>
              <a:custGeom>
                <a:avLst/>
                <a:gdLst/>
                <a:ahLst/>
                <a:cxnLst/>
                <a:rect l="l" t="t" r="r" b="b"/>
                <a:pathLst>
                  <a:path w="8235" h="1613" extrusionOk="0">
                    <a:moveTo>
                      <a:pt x="0" y="1"/>
                    </a:moveTo>
                    <a:lnTo>
                      <a:pt x="0" y="1205"/>
                    </a:lnTo>
                    <a:lnTo>
                      <a:pt x="487" y="1612"/>
                    </a:lnTo>
                    <a:lnTo>
                      <a:pt x="8234" y="1612"/>
                    </a:lnTo>
                    <a:lnTo>
                      <a:pt x="8234" y="408"/>
                    </a:lnTo>
                    <a:lnTo>
                      <a:pt x="487" y="4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0" name="Google Shape;1350;p39"/>
              <p:cNvSpPr/>
              <p:nvPr/>
            </p:nvSpPr>
            <p:spPr>
              <a:xfrm>
                <a:off x="1265890" y="1843788"/>
                <a:ext cx="78825" cy="71675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867" extrusionOk="0">
                    <a:moveTo>
                      <a:pt x="1584" y="0"/>
                    </a:moveTo>
                    <a:cubicBezTo>
                      <a:pt x="1473" y="0"/>
                      <a:pt x="1361" y="13"/>
                      <a:pt x="1249" y="40"/>
                    </a:cubicBezTo>
                    <a:cubicBezTo>
                      <a:pt x="478" y="217"/>
                      <a:pt x="0" y="988"/>
                      <a:pt x="186" y="1758"/>
                    </a:cubicBezTo>
                    <a:cubicBezTo>
                      <a:pt x="338" y="2420"/>
                      <a:pt x="929" y="2866"/>
                      <a:pt x="1580" y="2866"/>
                    </a:cubicBezTo>
                    <a:cubicBezTo>
                      <a:pt x="1687" y="2866"/>
                      <a:pt x="1795" y="2854"/>
                      <a:pt x="1904" y="2829"/>
                    </a:cubicBezTo>
                    <a:cubicBezTo>
                      <a:pt x="2674" y="2643"/>
                      <a:pt x="3152" y="1873"/>
                      <a:pt x="2975" y="1103"/>
                    </a:cubicBezTo>
                    <a:cubicBezTo>
                      <a:pt x="2816" y="445"/>
                      <a:pt x="2231" y="0"/>
                      <a:pt x="15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1" name="Google Shape;1351;p39"/>
              <p:cNvSpPr/>
              <p:nvPr/>
            </p:nvSpPr>
            <p:spPr>
              <a:xfrm>
                <a:off x="1261625" y="1843613"/>
                <a:ext cx="78825" cy="71675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867" extrusionOk="0">
                    <a:moveTo>
                      <a:pt x="1585" y="0"/>
                    </a:moveTo>
                    <a:cubicBezTo>
                      <a:pt x="1474" y="0"/>
                      <a:pt x="1362" y="13"/>
                      <a:pt x="1249" y="40"/>
                    </a:cubicBezTo>
                    <a:cubicBezTo>
                      <a:pt x="479" y="217"/>
                      <a:pt x="1" y="988"/>
                      <a:pt x="187" y="1758"/>
                    </a:cubicBezTo>
                    <a:cubicBezTo>
                      <a:pt x="339" y="2420"/>
                      <a:pt x="929" y="2866"/>
                      <a:pt x="1581" y="2866"/>
                    </a:cubicBezTo>
                    <a:cubicBezTo>
                      <a:pt x="1688" y="2866"/>
                      <a:pt x="1796" y="2854"/>
                      <a:pt x="1904" y="2829"/>
                    </a:cubicBezTo>
                    <a:cubicBezTo>
                      <a:pt x="2675" y="2643"/>
                      <a:pt x="3153" y="1873"/>
                      <a:pt x="2976" y="1103"/>
                    </a:cubicBezTo>
                    <a:cubicBezTo>
                      <a:pt x="2824" y="445"/>
                      <a:pt x="2234" y="0"/>
                      <a:pt x="15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2" name="Google Shape;1352;p39"/>
              <p:cNvSpPr/>
              <p:nvPr/>
            </p:nvSpPr>
            <p:spPr>
              <a:xfrm>
                <a:off x="1266950" y="1848263"/>
                <a:ext cx="68425" cy="62300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2492" extrusionOk="0">
                    <a:moveTo>
                      <a:pt x="1361" y="0"/>
                    </a:moveTo>
                    <a:cubicBezTo>
                      <a:pt x="1269" y="0"/>
                      <a:pt x="1175" y="10"/>
                      <a:pt x="1080" y="31"/>
                    </a:cubicBezTo>
                    <a:cubicBezTo>
                      <a:pt x="416" y="191"/>
                      <a:pt x="0" y="864"/>
                      <a:pt x="151" y="1528"/>
                    </a:cubicBezTo>
                    <a:cubicBezTo>
                      <a:pt x="287" y="2104"/>
                      <a:pt x="800" y="2491"/>
                      <a:pt x="1361" y="2491"/>
                    </a:cubicBezTo>
                    <a:cubicBezTo>
                      <a:pt x="1455" y="2491"/>
                      <a:pt x="1551" y="2480"/>
                      <a:pt x="1647" y="2457"/>
                    </a:cubicBezTo>
                    <a:cubicBezTo>
                      <a:pt x="2320" y="2298"/>
                      <a:pt x="2736" y="1634"/>
                      <a:pt x="2577" y="961"/>
                    </a:cubicBezTo>
                    <a:cubicBezTo>
                      <a:pt x="2440" y="382"/>
                      <a:pt x="1929" y="0"/>
                      <a:pt x="13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3" name="Google Shape;1353;p39"/>
              <p:cNvSpPr/>
              <p:nvPr/>
            </p:nvSpPr>
            <p:spPr>
              <a:xfrm>
                <a:off x="1270050" y="1848363"/>
                <a:ext cx="35000" cy="62225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2489" extrusionOk="0">
                    <a:moveTo>
                      <a:pt x="1240" y="1"/>
                    </a:moveTo>
                    <a:cubicBezTo>
                      <a:pt x="558" y="1"/>
                      <a:pt x="0" y="559"/>
                      <a:pt x="0" y="1249"/>
                    </a:cubicBezTo>
                    <a:cubicBezTo>
                      <a:pt x="0" y="1931"/>
                      <a:pt x="558" y="2489"/>
                      <a:pt x="1240" y="2489"/>
                    </a:cubicBezTo>
                    <a:cubicBezTo>
                      <a:pt x="1293" y="2489"/>
                      <a:pt x="1346" y="2489"/>
                      <a:pt x="1399" y="2480"/>
                    </a:cubicBezTo>
                    <a:cubicBezTo>
                      <a:pt x="788" y="2400"/>
                      <a:pt x="310" y="1878"/>
                      <a:pt x="310" y="1249"/>
                    </a:cubicBezTo>
                    <a:cubicBezTo>
                      <a:pt x="310" y="612"/>
                      <a:pt x="788" y="89"/>
                      <a:pt x="1399" y="10"/>
                    </a:cubicBezTo>
                    <a:cubicBezTo>
                      <a:pt x="1346" y="10"/>
                      <a:pt x="1293" y="1"/>
                      <a:pt x="12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4" name="Google Shape;1354;p39"/>
              <p:cNvSpPr/>
              <p:nvPr/>
            </p:nvSpPr>
            <p:spPr>
              <a:xfrm>
                <a:off x="1458850" y="2001763"/>
                <a:ext cx="3125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286" extrusionOk="0">
                    <a:moveTo>
                      <a:pt x="0" y="0"/>
                    </a:moveTo>
                    <a:lnTo>
                      <a:pt x="0" y="3285"/>
                    </a:lnTo>
                    <a:lnTo>
                      <a:pt x="124" y="3285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5" name="Google Shape;1355;p39"/>
              <p:cNvSpPr/>
              <p:nvPr/>
            </p:nvSpPr>
            <p:spPr>
              <a:xfrm>
                <a:off x="1461950" y="2001763"/>
                <a:ext cx="3125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286" extrusionOk="0">
                    <a:moveTo>
                      <a:pt x="0" y="0"/>
                    </a:moveTo>
                    <a:lnTo>
                      <a:pt x="0" y="3285"/>
                    </a:lnTo>
                    <a:lnTo>
                      <a:pt x="124" y="3285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6" name="Google Shape;1356;p39"/>
              <p:cNvSpPr/>
              <p:nvPr/>
            </p:nvSpPr>
            <p:spPr>
              <a:xfrm>
                <a:off x="1503550" y="2001763"/>
                <a:ext cx="3125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286" extrusionOk="0">
                    <a:moveTo>
                      <a:pt x="1" y="0"/>
                    </a:moveTo>
                    <a:lnTo>
                      <a:pt x="1" y="3285"/>
                    </a:lnTo>
                    <a:lnTo>
                      <a:pt x="125" y="328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7" name="Google Shape;1357;p39"/>
              <p:cNvSpPr/>
              <p:nvPr/>
            </p:nvSpPr>
            <p:spPr>
              <a:xfrm>
                <a:off x="1461950" y="2001763"/>
                <a:ext cx="4472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43" extrusionOk="0">
                    <a:moveTo>
                      <a:pt x="0" y="0"/>
                    </a:moveTo>
                    <a:lnTo>
                      <a:pt x="0" y="142"/>
                    </a:lnTo>
                    <a:lnTo>
                      <a:pt x="1789" y="142"/>
                    </a:lnTo>
                    <a:lnTo>
                      <a:pt x="17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8" name="Google Shape;1358;p39"/>
              <p:cNvSpPr/>
              <p:nvPr/>
            </p:nvSpPr>
            <p:spPr>
              <a:xfrm>
                <a:off x="1461950" y="2080338"/>
                <a:ext cx="4472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43" extrusionOk="0">
                    <a:moveTo>
                      <a:pt x="0" y="1"/>
                    </a:moveTo>
                    <a:lnTo>
                      <a:pt x="0" y="142"/>
                    </a:lnTo>
                    <a:lnTo>
                      <a:pt x="1789" y="142"/>
                    </a:lnTo>
                    <a:lnTo>
                      <a:pt x="17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59" name="Google Shape;1359;p39"/>
              <p:cNvSpPr/>
              <p:nvPr/>
            </p:nvSpPr>
            <p:spPr>
              <a:xfrm>
                <a:off x="1465275" y="2005313"/>
                <a:ext cx="38300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002" extrusionOk="0">
                    <a:moveTo>
                      <a:pt x="0" y="0"/>
                    </a:moveTo>
                    <a:lnTo>
                      <a:pt x="0" y="3002"/>
                    </a:lnTo>
                    <a:lnTo>
                      <a:pt x="1532" y="3002"/>
                    </a:lnTo>
                    <a:lnTo>
                      <a:pt x="15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0" name="Google Shape;1360;p39"/>
              <p:cNvSpPr/>
              <p:nvPr/>
            </p:nvSpPr>
            <p:spPr>
              <a:xfrm>
                <a:off x="1500450" y="2005313"/>
                <a:ext cx="31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002" extrusionOk="0">
                    <a:moveTo>
                      <a:pt x="1" y="0"/>
                    </a:moveTo>
                    <a:lnTo>
                      <a:pt x="1" y="3002"/>
                    </a:lnTo>
                    <a:lnTo>
                      <a:pt x="125" y="300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1" name="Google Shape;1361;p39"/>
              <p:cNvSpPr/>
              <p:nvPr/>
            </p:nvSpPr>
            <p:spPr>
              <a:xfrm>
                <a:off x="1596750" y="2001763"/>
                <a:ext cx="3125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286" extrusionOk="0">
                    <a:moveTo>
                      <a:pt x="0" y="0"/>
                    </a:moveTo>
                    <a:lnTo>
                      <a:pt x="0" y="3285"/>
                    </a:lnTo>
                    <a:lnTo>
                      <a:pt x="124" y="3285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2" name="Google Shape;1362;p39"/>
              <p:cNvSpPr/>
              <p:nvPr/>
            </p:nvSpPr>
            <p:spPr>
              <a:xfrm>
                <a:off x="1599850" y="2001763"/>
                <a:ext cx="3125" cy="8215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286" extrusionOk="0">
                    <a:moveTo>
                      <a:pt x="0" y="0"/>
                    </a:moveTo>
                    <a:lnTo>
                      <a:pt x="0" y="3285"/>
                    </a:lnTo>
                    <a:lnTo>
                      <a:pt x="124" y="3285"/>
                    </a:ln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3" name="Google Shape;1363;p39"/>
              <p:cNvSpPr/>
              <p:nvPr/>
            </p:nvSpPr>
            <p:spPr>
              <a:xfrm>
                <a:off x="1599850" y="2001763"/>
                <a:ext cx="4472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43" extrusionOk="0">
                    <a:moveTo>
                      <a:pt x="0" y="0"/>
                    </a:moveTo>
                    <a:lnTo>
                      <a:pt x="0" y="142"/>
                    </a:lnTo>
                    <a:lnTo>
                      <a:pt x="1789" y="142"/>
                    </a:lnTo>
                    <a:lnTo>
                      <a:pt x="17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4" name="Google Shape;1364;p39"/>
              <p:cNvSpPr/>
              <p:nvPr/>
            </p:nvSpPr>
            <p:spPr>
              <a:xfrm>
                <a:off x="1599850" y="2080338"/>
                <a:ext cx="4472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43" extrusionOk="0">
                    <a:moveTo>
                      <a:pt x="0" y="1"/>
                    </a:moveTo>
                    <a:lnTo>
                      <a:pt x="0" y="142"/>
                    </a:lnTo>
                    <a:lnTo>
                      <a:pt x="1789" y="142"/>
                    </a:lnTo>
                    <a:lnTo>
                      <a:pt x="178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5" name="Google Shape;1365;p39"/>
              <p:cNvSpPr/>
              <p:nvPr/>
            </p:nvSpPr>
            <p:spPr>
              <a:xfrm>
                <a:off x="1602950" y="2005313"/>
                <a:ext cx="3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3002" extrusionOk="0">
                    <a:moveTo>
                      <a:pt x="0" y="0"/>
                    </a:moveTo>
                    <a:lnTo>
                      <a:pt x="0" y="3002"/>
                    </a:lnTo>
                    <a:lnTo>
                      <a:pt x="1541" y="3002"/>
                    </a:lnTo>
                    <a:lnTo>
                      <a:pt x="15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6" name="Google Shape;1366;p39"/>
              <p:cNvSpPr/>
              <p:nvPr/>
            </p:nvSpPr>
            <p:spPr>
              <a:xfrm>
                <a:off x="1247025" y="2003538"/>
                <a:ext cx="81925" cy="148775"/>
              </a:xfrm>
              <a:custGeom>
                <a:avLst/>
                <a:gdLst/>
                <a:ahLst/>
                <a:cxnLst/>
                <a:rect l="l" t="t" r="r" b="b"/>
                <a:pathLst>
                  <a:path w="3277" h="5951" extrusionOk="0">
                    <a:moveTo>
                      <a:pt x="1506" y="0"/>
                    </a:moveTo>
                    <a:lnTo>
                      <a:pt x="0" y="1550"/>
                    </a:lnTo>
                    <a:lnTo>
                      <a:pt x="0" y="5950"/>
                    </a:lnTo>
                    <a:lnTo>
                      <a:pt x="3276" y="5950"/>
                    </a:lnTo>
                    <a:lnTo>
                      <a:pt x="3276" y="1550"/>
                    </a:lnTo>
                    <a:lnTo>
                      <a:pt x="1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7" name="Google Shape;1367;p39"/>
              <p:cNvSpPr/>
              <p:nvPr/>
            </p:nvSpPr>
            <p:spPr>
              <a:xfrm>
                <a:off x="1284650" y="2003538"/>
                <a:ext cx="81475" cy="38750"/>
              </a:xfrm>
              <a:custGeom>
                <a:avLst/>
                <a:gdLst/>
                <a:ahLst/>
                <a:cxnLst/>
                <a:rect l="l" t="t" r="r" b="b"/>
                <a:pathLst>
                  <a:path w="3259" h="1550" extrusionOk="0">
                    <a:moveTo>
                      <a:pt x="1" y="0"/>
                    </a:moveTo>
                    <a:lnTo>
                      <a:pt x="1771" y="1550"/>
                    </a:lnTo>
                    <a:lnTo>
                      <a:pt x="3259" y="155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rgbClr val="CEB39F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8" name="Google Shape;1368;p39"/>
              <p:cNvSpPr/>
              <p:nvPr/>
            </p:nvSpPr>
            <p:spPr>
              <a:xfrm>
                <a:off x="1328925" y="2042263"/>
                <a:ext cx="37200" cy="110050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4402" extrusionOk="0">
                    <a:moveTo>
                      <a:pt x="0" y="1"/>
                    </a:moveTo>
                    <a:lnTo>
                      <a:pt x="0" y="4401"/>
                    </a:lnTo>
                    <a:lnTo>
                      <a:pt x="1488" y="4401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69" name="Google Shape;1369;p39"/>
              <p:cNvSpPr/>
              <p:nvPr/>
            </p:nvSpPr>
            <p:spPr>
              <a:xfrm>
                <a:off x="1283327" y="2003776"/>
                <a:ext cx="84125" cy="40100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1604" extrusionOk="0">
                    <a:moveTo>
                      <a:pt x="0" y="1"/>
                    </a:moveTo>
                    <a:lnTo>
                      <a:pt x="1833" y="1603"/>
                    </a:lnTo>
                    <a:lnTo>
                      <a:pt x="3365" y="1603"/>
                    </a:lnTo>
                    <a:lnTo>
                      <a:pt x="153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0" name="Google Shape;1370;p39"/>
              <p:cNvSpPr/>
              <p:nvPr/>
            </p:nvSpPr>
            <p:spPr>
              <a:xfrm>
                <a:off x="1283325" y="2002863"/>
                <a:ext cx="45850" cy="42975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719" extrusionOk="0">
                    <a:moveTo>
                      <a:pt x="0" y="1"/>
                    </a:moveTo>
                    <a:lnTo>
                      <a:pt x="0" y="107"/>
                    </a:lnTo>
                    <a:lnTo>
                      <a:pt x="1824" y="1718"/>
                    </a:lnTo>
                    <a:lnTo>
                      <a:pt x="1833" y="16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1" name="Google Shape;1371;p39"/>
              <p:cNvSpPr/>
              <p:nvPr/>
            </p:nvSpPr>
            <p:spPr>
              <a:xfrm>
                <a:off x="1328925" y="2042938"/>
                <a:ext cx="38525" cy="2900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16" extrusionOk="0">
                    <a:moveTo>
                      <a:pt x="0" y="0"/>
                    </a:moveTo>
                    <a:lnTo>
                      <a:pt x="0" y="115"/>
                    </a:lnTo>
                    <a:lnTo>
                      <a:pt x="1541" y="115"/>
                    </a:lnTo>
                    <a:lnTo>
                      <a:pt x="15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2" name="Google Shape;1372;p39"/>
              <p:cNvSpPr/>
              <p:nvPr/>
            </p:nvSpPr>
            <p:spPr>
              <a:xfrm>
                <a:off x="1245925" y="2002863"/>
                <a:ext cx="3742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639" extrusionOk="0">
                    <a:moveTo>
                      <a:pt x="1496" y="1"/>
                    </a:moveTo>
                    <a:lnTo>
                      <a:pt x="0" y="1497"/>
                    </a:lnTo>
                    <a:lnTo>
                      <a:pt x="0" y="1639"/>
                    </a:lnTo>
                    <a:lnTo>
                      <a:pt x="1496" y="107"/>
                    </a:lnTo>
                    <a:lnTo>
                      <a:pt x="14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3" name="Google Shape;1373;p39"/>
              <p:cNvSpPr/>
              <p:nvPr/>
            </p:nvSpPr>
            <p:spPr>
              <a:xfrm>
                <a:off x="1272250" y="2124838"/>
                <a:ext cx="46525" cy="27475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099" extrusionOk="0">
                    <a:moveTo>
                      <a:pt x="1169" y="0"/>
                    </a:moveTo>
                    <a:lnTo>
                      <a:pt x="1169" y="381"/>
                    </a:lnTo>
                    <a:lnTo>
                      <a:pt x="567" y="381"/>
                    </a:lnTo>
                    <a:lnTo>
                      <a:pt x="567" y="708"/>
                    </a:lnTo>
                    <a:lnTo>
                      <a:pt x="1" y="708"/>
                    </a:lnTo>
                    <a:lnTo>
                      <a:pt x="1" y="1098"/>
                    </a:lnTo>
                    <a:lnTo>
                      <a:pt x="1860" y="1098"/>
                    </a:lnTo>
                    <a:lnTo>
                      <a:pt x="18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4" name="Google Shape;1374;p39"/>
              <p:cNvSpPr/>
              <p:nvPr/>
            </p:nvSpPr>
            <p:spPr>
              <a:xfrm>
                <a:off x="1259850" y="2124838"/>
                <a:ext cx="41650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372" extrusionOk="0">
                    <a:moveTo>
                      <a:pt x="1" y="0"/>
                    </a:moveTo>
                    <a:lnTo>
                      <a:pt x="1" y="372"/>
                    </a:lnTo>
                    <a:lnTo>
                      <a:pt x="1665" y="372"/>
                    </a:lnTo>
                    <a:lnTo>
                      <a:pt x="16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5" name="Google Shape;1375;p39"/>
              <p:cNvSpPr/>
              <p:nvPr/>
            </p:nvSpPr>
            <p:spPr>
              <a:xfrm>
                <a:off x="1259850" y="2132668"/>
                <a:ext cx="41650" cy="1775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71" extrusionOk="0">
                    <a:moveTo>
                      <a:pt x="1" y="0"/>
                    </a:moveTo>
                    <a:lnTo>
                      <a:pt x="1" y="71"/>
                    </a:lnTo>
                    <a:lnTo>
                      <a:pt x="1665" y="71"/>
                    </a:lnTo>
                    <a:lnTo>
                      <a:pt x="16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6" name="Google Shape;1376;p39"/>
              <p:cNvSpPr/>
              <p:nvPr/>
            </p:nvSpPr>
            <p:spPr>
              <a:xfrm>
                <a:off x="1244800" y="2134113"/>
                <a:ext cx="41650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338" extrusionOk="0">
                    <a:moveTo>
                      <a:pt x="1" y="1"/>
                    </a:moveTo>
                    <a:lnTo>
                      <a:pt x="1" y="337"/>
                    </a:lnTo>
                    <a:lnTo>
                      <a:pt x="1665" y="337"/>
                    </a:lnTo>
                    <a:lnTo>
                      <a:pt x="16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7" name="Google Shape;1377;p39"/>
              <p:cNvSpPr/>
              <p:nvPr/>
            </p:nvSpPr>
            <p:spPr>
              <a:xfrm>
                <a:off x="1230651" y="2142600"/>
                <a:ext cx="41625" cy="9711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391" extrusionOk="0">
                    <a:moveTo>
                      <a:pt x="0" y="0"/>
                    </a:moveTo>
                    <a:lnTo>
                      <a:pt x="0" y="390"/>
                    </a:lnTo>
                    <a:lnTo>
                      <a:pt x="1665" y="390"/>
                    </a:lnTo>
                    <a:lnTo>
                      <a:pt x="16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8" name="Google Shape;1378;p39"/>
              <p:cNvSpPr/>
              <p:nvPr/>
            </p:nvSpPr>
            <p:spPr>
              <a:xfrm>
                <a:off x="1244800" y="2140911"/>
                <a:ext cx="41650" cy="1800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72" extrusionOk="0">
                    <a:moveTo>
                      <a:pt x="1" y="1"/>
                    </a:moveTo>
                    <a:lnTo>
                      <a:pt x="1" y="71"/>
                    </a:lnTo>
                    <a:lnTo>
                      <a:pt x="1665" y="71"/>
                    </a:lnTo>
                    <a:lnTo>
                      <a:pt x="16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79" name="Google Shape;1379;p39"/>
              <p:cNvSpPr/>
              <p:nvPr/>
            </p:nvSpPr>
            <p:spPr>
              <a:xfrm>
                <a:off x="1230650" y="2150288"/>
                <a:ext cx="41625" cy="202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1" extrusionOk="0">
                    <a:moveTo>
                      <a:pt x="0" y="0"/>
                    </a:moveTo>
                    <a:lnTo>
                      <a:pt x="0" y="80"/>
                    </a:lnTo>
                    <a:lnTo>
                      <a:pt x="1665" y="80"/>
                    </a:lnTo>
                    <a:lnTo>
                      <a:pt x="16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0" name="Google Shape;1380;p39"/>
              <p:cNvSpPr/>
              <p:nvPr/>
            </p:nvSpPr>
            <p:spPr>
              <a:xfrm>
                <a:off x="1259850" y="2038513"/>
                <a:ext cx="58925" cy="86350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454" extrusionOk="0">
                    <a:moveTo>
                      <a:pt x="1179" y="0"/>
                    </a:moveTo>
                    <a:cubicBezTo>
                      <a:pt x="532" y="0"/>
                      <a:pt x="1" y="523"/>
                      <a:pt x="1" y="1178"/>
                    </a:cubicBezTo>
                    <a:lnTo>
                      <a:pt x="1" y="3453"/>
                    </a:lnTo>
                    <a:lnTo>
                      <a:pt x="2356" y="3453"/>
                    </a:lnTo>
                    <a:lnTo>
                      <a:pt x="2356" y="1178"/>
                    </a:lnTo>
                    <a:cubicBezTo>
                      <a:pt x="2356" y="523"/>
                      <a:pt x="1825" y="0"/>
                      <a:pt x="11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1" name="Google Shape;1381;p39"/>
              <p:cNvSpPr/>
              <p:nvPr/>
            </p:nvSpPr>
            <p:spPr>
              <a:xfrm>
                <a:off x="1262950" y="2041613"/>
                <a:ext cx="52725" cy="8325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3330" extrusionOk="0">
                    <a:moveTo>
                      <a:pt x="1055" y="0"/>
                    </a:moveTo>
                    <a:cubicBezTo>
                      <a:pt x="470" y="0"/>
                      <a:pt x="1" y="469"/>
                      <a:pt x="1" y="1054"/>
                    </a:cubicBezTo>
                    <a:lnTo>
                      <a:pt x="1" y="3329"/>
                    </a:lnTo>
                    <a:lnTo>
                      <a:pt x="2108" y="3329"/>
                    </a:lnTo>
                    <a:lnTo>
                      <a:pt x="2108" y="1054"/>
                    </a:lnTo>
                    <a:cubicBezTo>
                      <a:pt x="2108" y="469"/>
                      <a:pt x="1639" y="0"/>
                      <a:pt x="10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2" name="Google Shape;1382;p39"/>
              <p:cNvSpPr/>
              <p:nvPr/>
            </p:nvSpPr>
            <p:spPr>
              <a:xfrm>
                <a:off x="1262950" y="2041613"/>
                <a:ext cx="31025" cy="83250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3330" extrusionOk="0">
                    <a:moveTo>
                      <a:pt x="1055" y="0"/>
                    </a:moveTo>
                    <a:cubicBezTo>
                      <a:pt x="470" y="0"/>
                      <a:pt x="1" y="469"/>
                      <a:pt x="1" y="1054"/>
                    </a:cubicBezTo>
                    <a:lnTo>
                      <a:pt x="1" y="3329"/>
                    </a:lnTo>
                    <a:lnTo>
                      <a:pt x="373" y="3329"/>
                    </a:lnTo>
                    <a:lnTo>
                      <a:pt x="373" y="1054"/>
                    </a:lnTo>
                    <a:cubicBezTo>
                      <a:pt x="373" y="540"/>
                      <a:pt x="745" y="106"/>
                      <a:pt x="1240" y="18"/>
                    </a:cubicBezTo>
                    <a:cubicBezTo>
                      <a:pt x="1178" y="9"/>
                      <a:pt x="1116" y="0"/>
                      <a:pt x="10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3" name="Google Shape;1383;p39"/>
              <p:cNvSpPr/>
              <p:nvPr/>
            </p:nvSpPr>
            <p:spPr>
              <a:xfrm>
                <a:off x="1277350" y="2052888"/>
                <a:ext cx="38325" cy="7197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2879" extrusionOk="0">
                    <a:moveTo>
                      <a:pt x="842" y="1"/>
                    </a:moveTo>
                    <a:cubicBezTo>
                      <a:pt x="381" y="1"/>
                      <a:pt x="0" y="373"/>
                      <a:pt x="0" y="842"/>
                    </a:cubicBezTo>
                    <a:lnTo>
                      <a:pt x="0" y="2878"/>
                    </a:lnTo>
                    <a:lnTo>
                      <a:pt x="1532" y="2878"/>
                    </a:lnTo>
                    <a:lnTo>
                      <a:pt x="1532" y="603"/>
                    </a:lnTo>
                    <a:cubicBezTo>
                      <a:pt x="1532" y="496"/>
                      <a:pt x="1514" y="408"/>
                      <a:pt x="1488" y="311"/>
                    </a:cubicBezTo>
                    <a:cubicBezTo>
                      <a:pt x="1337" y="125"/>
                      <a:pt x="1098" y="1"/>
                      <a:pt x="842" y="1"/>
                    </a:cubicBezTo>
                    <a:close/>
                  </a:path>
                </a:pathLst>
              </a:custGeom>
              <a:solidFill>
                <a:srgbClr val="FFFFFE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4" name="Google Shape;1384;p39"/>
              <p:cNvSpPr/>
              <p:nvPr/>
            </p:nvSpPr>
            <p:spPr>
              <a:xfrm>
                <a:off x="1280900" y="2056438"/>
                <a:ext cx="34775" cy="68425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2737" extrusionOk="0">
                    <a:moveTo>
                      <a:pt x="700" y="0"/>
                    </a:moveTo>
                    <a:cubicBezTo>
                      <a:pt x="310" y="0"/>
                      <a:pt x="0" y="310"/>
                      <a:pt x="0" y="691"/>
                    </a:cubicBezTo>
                    <a:lnTo>
                      <a:pt x="0" y="2736"/>
                    </a:lnTo>
                    <a:lnTo>
                      <a:pt x="1390" y="2736"/>
                    </a:lnTo>
                    <a:lnTo>
                      <a:pt x="1390" y="611"/>
                    </a:lnTo>
                    <a:cubicBezTo>
                      <a:pt x="1346" y="266"/>
                      <a:pt x="1054" y="0"/>
                      <a:pt x="7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5" name="Google Shape;1385;p39"/>
              <p:cNvSpPr/>
              <p:nvPr/>
            </p:nvSpPr>
            <p:spPr>
              <a:xfrm>
                <a:off x="1461950" y="1733938"/>
                <a:ext cx="438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3950" extrusionOk="0">
                    <a:moveTo>
                      <a:pt x="0" y="0"/>
                    </a:moveTo>
                    <a:lnTo>
                      <a:pt x="0" y="2966"/>
                    </a:lnTo>
                    <a:lnTo>
                      <a:pt x="1753" y="3949"/>
                    </a:lnTo>
                    <a:lnTo>
                      <a:pt x="17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6" name="Google Shape;1386;p39"/>
              <p:cNvSpPr/>
              <p:nvPr/>
            </p:nvSpPr>
            <p:spPr>
              <a:xfrm>
                <a:off x="1505775" y="1733938"/>
                <a:ext cx="43625" cy="98525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3941" extrusionOk="0">
                    <a:moveTo>
                      <a:pt x="0" y="0"/>
                    </a:moveTo>
                    <a:lnTo>
                      <a:pt x="0" y="3940"/>
                    </a:lnTo>
                    <a:lnTo>
                      <a:pt x="1745" y="3940"/>
                    </a:lnTo>
                    <a:lnTo>
                      <a:pt x="17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7" name="Google Shape;1387;p39"/>
              <p:cNvSpPr/>
              <p:nvPr/>
            </p:nvSpPr>
            <p:spPr>
              <a:xfrm>
                <a:off x="1459075" y="1721763"/>
                <a:ext cx="47600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488" extrusionOk="0">
                    <a:moveTo>
                      <a:pt x="0" y="1"/>
                    </a:moveTo>
                    <a:lnTo>
                      <a:pt x="0" y="487"/>
                    </a:lnTo>
                    <a:lnTo>
                      <a:pt x="1904" y="487"/>
                    </a:lnTo>
                    <a:lnTo>
                      <a:pt x="190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8" name="Google Shape;1388;p39"/>
              <p:cNvSpPr/>
              <p:nvPr/>
            </p:nvSpPr>
            <p:spPr>
              <a:xfrm>
                <a:off x="1506650" y="1721763"/>
                <a:ext cx="4452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488" extrusionOk="0">
                    <a:moveTo>
                      <a:pt x="1" y="1"/>
                    </a:moveTo>
                    <a:lnTo>
                      <a:pt x="1" y="487"/>
                    </a:lnTo>
                    <a:lnTo>
                      <a:pt x="1780" y="487"/>
                    </a:lnTo>
                    <a:lnTo>
                      <a:pt x="178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89" name="Google Shape;1389;p39"/>
              <p:cNvSpPr/>
              <p:nvPr/>
            </p:nvSpPr>
            <p:spPr>
              <a:xfrm>
                <a:off x="1461950" y="1733938"/>
                <a:ext cx="438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96" extrusionOk="0">
                    <a:moveTo>
                      <a:pt x="0" y="0"/>
                    </a:moveTo>
                    <a:lnTo>
                      <a:pt x="0" y="195"/>
                    </a:lnTo>
                    <a:lnTo>
                      <a:pt x="1753" y="195"/>
                    </a:lnTo>
                    <a:lnTo>
                      <a:pt x="175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  <p:sp>
            <p:nvSpPr>
              <p:cNvPr id="1390" name="Google Shape;1390;p39"/>
              <p:cNvSpPr/>
              <p:nvPr/>
            </p:nvSpPr>
            <p:spPr>
              <a:xfrm>
                <a:off x="1505775" y="1733938"/>
                <a:ext cx="4362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196" extrusionOk="0">
                    <a:moveTo>
                      <a:pt x="0" y="0"/>
                    </a:moveTo>
                    <a:lnTo>
                      <a:pt x="0" y="195"/>
                    </a:lnTo>
                    <a:lnTo>
                      <a:pt x="1745" y="195"/>
                    </a:lnTo>
                    <a:lnTo>
                      <a:pt x="174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6" tIns="91426" rIns="91426" bIns="91426" anchor="ctr" anchorCtr="0">
                <a:noAutofit/>
              </a:bodyPr>
              <a:lstStyle/>
              <a:p>
                <a:endParaRPr sz="1401"/>
              </a:p>
            </p:txBody>
          </p:sp>
        </p:grpSp>
        <p:sp>
          <p:nvSpPr>
            <p:cNvPr id="1391" name="Google Shape;1391;p39"/>
            <p:cNvSpPr/>
            <p:nvPr/>
          </p:nvSpPr>
          <p:spPr>
            <a:xfrm>
              <a:off x="8358303" y="2868613"/>
              <a:ext cx="18292" cy="480857"/>
            </a:xfrm>
            <a:custGeom>
              <a:avLst/>
              <a:gdLst/>
              <a:ahLst/>
              <a:cxnLst/>
              <a:rect l="l" t="t" r="r" b="b"/>
              <a:pathLst>
                <a:path w="125" h="3286" extrusionOk="0">
                  <a:moveTo>
                    <a:pt x="0" y="0"/>
                  </a:moveTo>
                  <a:lnTo>
                    <a:pt x="0" y="3285"/>
                  </a:lnTo>
                  <a:lnTo>
                    <a:pt x="124" y="328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  <p:grpSp>
        <p:nvGrpSpPr>
          <p:cNvPr id="1392" name="Google Shape;1392;p39"/>
          <p:cNvGrpSpPr/>
          <p:nvPr/>
        </p:nvGrpSpPr>
        <p:grpSpPr>
          <a:xfrm>
            <a:off x="8563183" y="2340824"/>
            <a:ext cx="466142" cy="1433365"/>
            <a:chOff x="1735563" y="3938352"/>
            <a:chExt cx="391948" cy="1205218"/>
          </a:xfrm>
        </p:grpSpPr>
        <p:sp>
          <p:nvSpPr>
            <p:cNvPr id="1393" name="Google Shape;1393;p39"/>
            <p:cNvSpPr/>
            <p:nvPr/>
          </p:nvSpPr>
          <p:spPr>
            <a:xfrm>
              <a:off x="1735563" y="3938352"/>
              <a:ext cx="391948" cy="887143"/>
            </a:xfrm>
            <a:custGeom>
              <a:avLst/>
              <a:gdLst/>
              <a:ahLst/>
              <a:cxnLst/>
              <a:rect l="l" t="t" r="r" b="b"/>
              <a:pathLst>
                <a:path w="2179" h="4932" extrusionOk="0">
                  <a:moveTo>
                    <a:pt x="1089" y="0"/>
                  </a:moveTo>
                  <a:cubicBezTo>
                    <a:pt x="487" y="0"/>
                    <a:pt x="0" y="1098"/>
                    <a:pt x="0" y="2462"/>
                  </a:cubicBezTo>
                  <a:cubicBezTo>
                    <a:pt x="0" y="3834"/>
                    <a:pt x="487" y="4932"/>
                    <a:pt x="1089" y="4932"/>
                  </a:cubicBezTo>
                  <a:cubicBezTo>
                    <a:pt x="1691" y="4932"/>
                    <a:pt x="2178" y="3834"/>
                    <a:pt x="2178" y="2462"/>
                  </a:cubicBezTo>
                  <a:cubicBezTo>
                    <a:pt x="2178" y="1098"/>
                    <a:pt x="1691" y="0"/>
                    <a:pt x="10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  <p:sp>
          <p:nvSpPr>
            <p:cNvPr id="1394" name="Google Shape;1394;p39"/>
            <p:cNvSpPr/>
            <p:nvPr/>
          </p:nvSpPr>
          <p:spPr>
            <a:xfrm>
              <a:off x="1824675" y="4211975"/>
              <a:ext cx="213703" cy="931595"/>
            </a:xfrm>
            <a:custGeom>
              <a:avLst/>
              <a:gdLst/>
              <a:ahLst/>
              <a:cxnLst/>
              <a:rect l="l" t="t" r="r" b="b"/>
              <a:pathLst>
                <a:path w="2631" h="9899" extrusionOk="0">
                  <a:moveTo>
                    <a:pt x="1116" y="0"/>
                  </a:moveTo>
                  <a:lnTo>
                    <a:pt x="1116" y="3099"/>
                  </a:lnTo>
                  <a:lnTo>
                    <a:pt x="151" y="2134"/>
                  </a:lnTo>
                  <a:lnTo>
                    <a:pt x="1" y="2285"/>
                  </a:lnTo>
                  <a:lnTo>
                    <a:pt x="1116" y="3391"/>
                  </a:lnTo>
                  <a:lnTo>
                    <a:pt x="1116" y="9899"/>
                  </a:lnTo>
                  <a:lnTo>
                    <a:pt x="1320" y="9899"/>
                  </a:lnTo>
                  <a:lnTo>
                    <a:pt x="1320" y="5136"/>
                  </a:lnTo>
                  <a:lnTo>
                    <a:pt x="2630" y="3825"/>
                  </a:lnTo>
                  <a:lnTo>
                    <a:pt x="2480" y="3675"/>
                  </a:lnTo>
                  <a:lnTo>
                    <a:pt x="1320" y="4843"/>
                  </a:lnTo>
                  <a:lnTo>
                    <a:pt x="1320" y="1320"/>
                  </a:lnTo>
                  <a:lnTo>
                    <a:pt x="2294" y="346"/>
                  </a:lnTo>
                  <a:lnTo>
                    <a:pt x="2143" y="195"/>
                  </a:lnTo>
                  <a:lnTo>
                    <a:pt x="1320" y="1019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004788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401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eighborhood Monthly Meeting by Slidesgo">
  <a:themeElements>
    <a:clrScheme name="Simple Light">
      <a:dk1>
        <a:srgbClr val="03458B"/>
      </a:dk1>
      <a:lt1>
        <a:srgbClr val="03458B"/>
      </a:lt1>
      <a:dk2>
        <a:srgbClr val="DEF0FF"/>
      </a:dk2>
      <a:lt2>
        <a:srgbClr val="79B3FF"/>
      </a:lt2>
      <a:accent1>
        <a:srgbClr val="FFFFFF"/>
      </a:accent1>
      <a:accent2>
        <a:srgbClr val="FFFFFF"/>
      </a:accent2>
      <a:accent3>
        <a:srgbClr val="FDB675"/>
      </a:accent3>
      <a:accent4>
        <a:srgbClr val="DE7C3C"/>
      </a:accent4>
      <a:accent5>
        <a:srgbClr val="A5C86A"/>
      </a:accent5>
      <a:accent6>
        <a:srgbClr val="1E8782"/>
      </a:accent6>
      <a:hlink>
        <a:srgbClr val="03458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137</Words>
  <Application>Microsoft Office PowerPoint</Application>
  <PresentationFormat>Presentación en pantalla (16:9)</PresentationFormat>
  <Paragraphs>29</Paragraphs>
  <Slides>13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Montserrat Medium</vt:lpstr>
      <vt:lpstr>Arial</vt:lpstr>
      <vt:lpstr>Montserrat Black</vt:lpstr>
      <vt:lpstr>Montserrat ExtraBold</vt:lpstr>
      <vt:lpstr>Bebas Neue</vt:lpstr>
      <vt:lpstr>Neighborhood Monthly Meeting by Slidesgo</vt:lpstr>
      <vt:lpstr>ADMINISTRACIÓN DE FINCAS   RAÚL PALOMO Y PABLO GALARÓN</vt:lpstr>
      <vt:lpstr>Proceso</vt:lpstr>
      <vt:lpstr>01</vt:lpstr>
      <vt:lpstr>Presentación de PowerPoint</vt:lpstr>
      <vt:lpstr>Presentación de PowerPoint</vt:lpstr>
      <vt:lpstr>SQL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Pablo Galaron</dc:creator>
  <cp:lastModifiedBy>PABLO GALARÓN MATEO</cp:lastModifiedBy>
  <cp:revision>5</cp:revision>
  <dcterms:modified xsi:type="dcterms:W3CDTF">2024-12-16T17:08:26Z</dcterms:modified>
</cp:coreProperties>
</file>